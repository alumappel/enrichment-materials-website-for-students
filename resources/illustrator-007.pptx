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690" r:id="rId2"/>
    <p:sldId id="691" r:id="rId3"/>
    <p:sldId id="684" r:id="rId4"/>
    <p:sldId id="724" r:id="rId5"/>
    <p:sldId id="694" r:id="rId6"/>
    <p:sldId id="695" r:id="rId7"/>
    <p:sldId id="696" r:id="rId8"/>
    <p:sldId id="697" r:id="rId9"/>
    <p:sldId id="725" r:id="rId10"/>
    <p:sldId id="698" r:id="rId11"/>
    <p:sldId id="699" r:id="rId12"/>
    <p:sldId id="700" r:id="rId1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68" d="100"/>
          <a:sy n="68" d="100"/>
        </p:scale>
        <p:origin x="48" y="3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4953328-C02E-8D66-BD80-79790F685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ABA6713D-DCA2-3ED1-DCB1-E83360FFF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37BFF78-9A01-4B17-4E8A-D19C970BA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DF58-4A69-4213-9823-E22489614A73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4DB50FE-338D-82DD-CA25-1CFF9F6FE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261332D-F846-93B9-313F-6D710C8DB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FF4C4-CBDC-42F4-AA98-3E8DA4DFCD0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10869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5522AEE-46D0-CF87-54E3-ED1ABA9D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2102DCD-EA9B-83CE-503E-CBDBFC9DB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51BC0D6-16F7-D3ED-5A52-5DF6559F8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DF58-4A69-4213-9823-E22489614A73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6A75E05-FB1C-9FA2-CC12-1E7352EB4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897EEA9-5731-4558-A9AE-627946DBA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FF4C4-CBDC-42F4-AA98-3E8DA4DFCD0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40021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4C077FD-D274-5BE5-07E7-34010ABEE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54ACDA4-BC9A-FEC8-FF83-6CD935385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B648433-FB82-F0B3-7282-662753C13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DF58-4A69-4213-9823-E22489614A73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0CF51EA-4D84-85FE-BE9D-7AE097153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09F9ADD-FDBE-514E-37FF-604E33612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FF4C4-CBDC-42F4-AA98-3E8DA4DFCD0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2284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F28D188-F799-9A46-F9B3-55C44542F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289AE20-9371-95BD-5290-DF8143ADEB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8B09B3D-148E-B573-7B6B-661E1D857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19CF420-6881-FC70-2457-47EB675EA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DF58-4A69-4213-9823-E22489614A73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DC4F651-A868-E3D6-DEAC-100393A6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AE1E8E1-5E9F-7771-88D2-2A610529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FF4C4-CBDC-42F4-AA98-3E8DA4DFCD0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6581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504E195-D1BE-80E1-C920-F9870E954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9ED8B78-1721-447C-CF04-CCED91036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3C721F6-F072-7F47-E048-C7A522577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C66630EF-8F54-EAE0-37F1-62D3739688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60654D64-A3F8-F2C8-727B-B7263C6441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AFE10880-7998-0072-7BE4-1E6DF2344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DF58-4A69-4213-9823-E22489614A73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6CEEF3FE-A30B-586B-43BC-9F33FEAB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7E6D0B90-B828-69CA-D02C-56DB5786B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FF4C4-CBDC-42F4-AA98-3E8DA4DFCD0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85788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1F8E1B4-C91C-6E45-7233-FC2A76409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31A18687-F3C4-4CCB-2A9B-687CF50A9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DF58-4A69-4213-9823-E22489614A73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482EEDE4-818E-25E2-A351-68A3188E2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9D4373E2-353E-F7BC-A1C7-E3BAF77EF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FF4C4-CBDC-42F4-AA98-3E8DA4DFCD0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94158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F8BB6C8D-9D96-F257-ACA0-F3DC03207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DF58-4A69-4213-9823-E22489614A73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6716006-5026-AFDF-0BFC-CD291F4B3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B272D18-2AD7-522F-8152-14D105B4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FF4C4-CBDC-42F4-AA98-3E8DA4DFCD0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47975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07B524E-92FC-8AEA-D6CB-788CF42B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B8C427C-DB1B-9900-F527-F930F07DE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D9503493-D54F-6D6E-A9D3-758EBDF5E0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8FB5754-27D0-425B-CF5F-02EE763F4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DF58-4A69-4213-9823-E22489614A73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7527EF4-8291-60DE-2D74-6E68CDD69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80553C7-4352-56D5-4E4C-3D18DD94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FF4C4-CBDC-42F4-AA98-3E8DA4DFCD0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69528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380ADAB-0644-C07A-F20B-81F7097F5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22D48EF4-225A-08F6-3F68-FB990A1A22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22D9DA97-7EAA-F845-2473-67F955F3AC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E9EBCF1-6D62-9402-ECD1-5A376C64D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DF58-4A69-4213-9823-E22489614A73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A011EF7-52DE-7B7C-5AC3-BAA766680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9579911-8B5D-91E5-3A93-17D82FF91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FF4C4-CBDC-42F4-AA98-3E8DA4DFCD0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929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3D3574C-387F-F2F3-5F45-6683ADCB9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F078C617-659E-034D-144F-A03597F90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7A48298-75CE-A46D-E2F8-9F09C70F2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DF58-4A69-4213-9823-E22489614A73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E054BDA-2179-FBD1-C6E9-E20548D02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53445D7-81BD-8AD6-3507-32C35EA55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FF4C4-CBDC-42F4-AA98-3E8DA4DFCD0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35665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CAE6B851-7D48-D381-DCB6-46F3107DEA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7BA47C6-C36B-EB70-E45A-B2F9F41B39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32AD803-21CE-E71C-CB72-589A8AB3A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DF58-4A69-4213-9823-E22489614A73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0583EA0-8FFF-D63B-4518-99B0E5C19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9FE990F-CAF5-1175-AE91-032E0F924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FF4C4-CBDC-42F4-AA98-3E8DA4DFCD0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83277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E4C3E167-D0AB-C0BA-2639-004D8E877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43FA855-867F-BB46-D167-BCC64100F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2935324-B625-5893-F98A-230DA13F39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43DF58-4A69-4213-9823-E22489614A73}" type="datetimeFigureOut">
              <a:rPr lang="he-IL" smtClean="0"/>
              <a:t>ז'/ניסן/תשפ"ה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4844BB4-A6A2-52DC-EB8C-0B896E475F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726CE78-D7AE-45C5-D0BE-0AA07F648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DFF4C4-CBDC-42F4-AA98-3E8DA4DFCD0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14912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d.hit.ac.il/mod/resource/view.php?id=701824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d.hit.ac.il/mod/resource/view.php?id=701824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d.hit.ac.il/mod/resource/view.php?id=701824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hyperlink" Target="https://md.hit.ac.il/mod/resource/view.php?id=701824" TargetMode="Externa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d.hit.ac.il/mod/resource/view.php?id=701824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hyperlink" Target="https://md.hit.ac.il/mod/resource/view.php?id=701824" TargetMode="Externa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hyperlink" Target="https://md.hit.ac.il/mod/resource/view.php?id=701824" TargetMode="Externa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d.hit.ac.il/mod/resource/view.php?id=701824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hyperlink" Target="https://md.hit.ac.il/mod/resource/view.php?id=701824" TargetMode="Externa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228D4-C2FC-AA1A-99A1-C4433C245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F11C269A-BC75-5899-B82E-03E7CCCD36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35"/>
          <a:stretch/>
        </p:blipFill>
        <p:spPr>
          <a:xfrm>
            <a:off x="0" y="990954"/>
            <a:ext cx="12192000" cy="5867046"/>
          </a:xfrm>
          <a:prstGeom prst="rect">
            <a:avLst/>
          </a:prstGeom>
        </p:spPr>
      </p:pic>
      <p:cxnSp>
        <p:nvCxnSpPr>
          <p:cNvPr id="7" name="מחבר ישר 8">
            <a:extLst>
              <a:ext uri="{FF2B5EF4-FFF2-40B4-BE49-F238E27FC236}">
                <a16:creationId xmlns:a16="http://schemas.microsoft.com/office/drawing/2014/main" id="{C2177406-FBDC-A50D-803D-97D3B79FC48E}"/>
              </a:ext>
            </a:extLst>
          </p:cNvPr>
          <p:cNvCxnSpPr>
            <a:cxnSpLocks/>
          </p:cNvCxnSpPr>
          <p:nvPr/>
        </p:nvCxnSpPr>
        <p:spPr>
          <a:xfrm>
            <a:off x="16259613" y="2815281"/>
            <a:ext cx="167706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!!מלבן!!">
            <a:extLst>
              <a:ext uri="{FF2B5EF4-FFF2-40B4-BE49-F238E27FC236}">
                <a16:creationId xmlns:a16="http://schemas.microsoft.com/office/drawing/2014/main" id="{7EFAAB78-1775-C0F2-2336-0A444910472C}"/>
              </a:ext>
            </a:extLst>
          </p:cNvPr>
          <p:cNvSpPr/>
          <p:nvPr/>
        </p:nvSpPr>
        <p:spPr>
          <a:xfrm rot="10800000" flipH="1">
            <a:off x="-280153" y="-2210788"/>
            <a:ext cx="13331020" cy="5026069"/>
          </a:xfrm>
          <a:custGeom>
            <a:avLst/>
            <a:gdLst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12873509 w 13331020"/>
              <a:gd name="connsiteY2" fmla="*/ 1201733 h 5026069"/>
              <a:gd name="connsiteX3" fmla="*/ 12873509 w 13331020"/>
              <a:gd name="connsiteY3" fmla="*/ 1201733 h 5026069"/>
              <a:gd name="connsiteX4" fmla="*/ 12873509 w 13331020"/>
              <a:gd name="connsiteY4" fmla="*/ 4837467 h 5026069"/>
              <a:gd name="connsiteX5" fmla="*/ 12873509 w 13331020"/>
              <a:gd name="connsiteY5" fmla="*/ 4837467 h 5026069"/>
              <a:gd name="connsiteX6" fmla="*/ 172625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1201733 h 5026069"/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12873509 w 13331020"/>
              <a:gd name="connsiteY2" fmla="*/ 1201733 h 5026069"/>
              <a:gd name="connsiteX3" fmla="*/ 12873509 w 13331020"/>
              <a:gd name="connsiteY3" fmla="*/ 1201733 h 5026069"/>
              <a:gd name="connsiteX4" fmla="*/ 12873509 w 13331020"/>
              <a:gd name="connsiteY4" fmla="*/ 4837467 h 5026069"/>
              <a:gd name="connsiteX5" fmla="*/ 12873509 w 13331020"/>
              <a:gd name="connsiteY5" fmla="*/ 4837467 h 5026069"/>
              <a:gd name="connsiteX6" fmla="*/ 172625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1201733 h 5026069"/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5665817 w 13331020"/>
              <a:gd name="connsiteY2" fmla="*/ 1724118 h 5026069"/>
              <a:gd name="connsiteX3" fmla="*/ 12873509 w 13331020"/>
              <a:gd name="connsiteY3" fmla="*/ 1201733 h 5026069"/>
              <a:gd name="connsiteX4" fmla="*/ 12873509 w 13331020"/>
              <a:gd name="connsiteY4" fmla="*/ 1201733 h 5026069"/>
              <a:gd name="connsiteX5" fmla="*/ 12873509 w 13331020"/>
              <a:gd name="connsiteY5" fmla="*/ 4837467 h 5026069"/>
              <a:gd name="connsiteX6" fmla="*/ 12873509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4837467 h 5026069"/>
              <a:gd name="connsiteX9" fmla="*/ 172625 w 13331020"/>
              <a:gd name="connsiteY9" fmla="*/ 1201733 h 5026069"/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12873509 w 13331020"/>
              <a:gd name="connsiteY2" fmla="*/ 1201733 h 5026069"/>
              <a:gd name="connsiteX3" fmla="*/ 12873509 w 13331020"/>
              <a:gd name="connsiteY3" fmla="*/ 1201733 h 5026069"/>
              <a:gd name="connsiteX4" fmla="*/ 12873509 w 13331020"/>
              <a:gd name="connsiteY4" fmla="*/ 4837467 h 5026069"/>
              <a:gd name="connsiteX5" fmla="*/ 12873509 w 13331020"/>
              <a:gd name="connsiteY5" fmla="*/ 4837467 h 5026069"/>
              <a:gd name="connsiteX6" fmla="*/ 172625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1201733 h 5026069"/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12873509 w 13331020"/>
              <a:gd name="connsiteY2" fmla="*/ 1201733 h 5026069"/>
              <a:gd name="connsiteX3" fmla="*/ 12873509 w 13331020"/>
              <a:gd name="connsiteY3" fmla="*/ 1201733 h 5026069"/>
              <a:gd name="connsiteX4" fmla="*/ 12873509 w 13331020"/>
              <a:gd name="connsiteY4" fmla="*/ 4837467 h 5026069"/>
              <a:gd name="connsiteX5" fmla="*/ 12873509 w 13331020"/>
              <a:gd name="connsiteY5" fmla="*/ 4837467 h 5026069"/>
              <a:gd name="connsiteX6" fmla="*/ 172625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1201733 h 5026069"/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12873509 w 13331020"/>
              <a:gd name="connsiteY2" fmla="*/ 1201733 h 5026069"/>
              <a:gd name="connsiteX3" fmla="*/ 12873509 w 13331020"/>
              <a:gd name="connsiteY3" fmla="*/ 1201733 h 5026069"/>
              <a:gd name="connsiteX4" fmla="*/ 12873509 w 13331020"/>
              <a:gd name="connsiteY4" fmla="*/ 4837467 h 5026069"/>
              <a:gd name="connsiteX5" fmla="*/ 12873509 w 13331020"/>
              <a:gd name="connsiteY5" fmla="*/ 4837467 h 5026069"/>
              <a:gd name="connsiteX6" fmla="*/ 172625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1201733 h 5026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31020" h="5026069" fill="none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2862709" y="2065454"/>
                  <a:pt x="2972095" y="-901328"/>
                  <a:pt x="12873509" y="1201733"/>
                </a:cubicBezTo>
                <a:lnTo>
                  <a:pt x="12873509" y="1201733"/>
                </a:lnTo>
                <a:cubicBezTo>
                  <a:pt x="13582850" y="2142531"/>
                  <a:pt x="13506706" y="3868532"/>
                  <a:pt x="12873509" y="4837467"/>
                </a:cubicBezTo>
                <a:lnTo>
                  <a:pt x="12873509" y="4837467"/>
                </a:lnTo>
                <a:cubicBezTo>
                  <a:pt x="6953006" y="5240736"/>
                  <a:pt x="997315" y="4829353"/>
                  <a:pt x="172625" y="4837467"/>
                </a:cubicBezTo>
                <a:lnTo>
                  <a:pt x="172625" y="4837467"/>
                </a:lnTo>
                <a:cubicBezTo>
                  <a:pt x="511602" y="4259416"/>
                  <a:pt x="232588" y="1802238"/>
                  <a:pt x="172625" y="1201733"/>
                </a:cubicBezTo>
                <a:close/>
              </a:path>
              <a:path w="13331020" h="5026069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3085760" y="951021"/>
                  <a:pt x="8759782" y="2466869"/>
                  <a:pt x="12873509" y="1201733"/>
                </a:cubicBezTo>
                <a:lnTo>
                  <a:pt x="12873509" y="1201733"/>
                </a:lnTo>
                <a:cubicBezTo>
                  <a:pt x="12629123" y="2169774"/>
                  <a:pt x="12873360" y="4656090"/>
                  <a:pt x="12873509" y="4837467"/>
                </a:cubicBezTo>
                <a:lnTo>
                  <a:pt x="12873509" y="4837467"/>
                </a:lnTo>
                <a:cubicBezTo>
                  <a:pt x="12597468" y="4754124"/>
                  <a:pt x="2939750" y="5447711"/>
                  <a:pt x="172625" y="4837467"/>
                </a:cubicBezTo>
                <a:lnTo>
                  <a:pt x="172625" y="4837467"/>
                </a:lnTo>
                <a:cubicBezTo>
                  <a:pt x="249238" y="3605529"/>
                  <a:pt x="-297669" y="1895189"/>
                  <a:pt x="172625" y="1201733"/>
                </a:cubicBezTo>
                <a:close/>
              </a:path>
              <a:path w="13331020" h="5026069" fill="none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1058754" y="1375957"/>
                  <a:pt x="2486118" y="1194260"/>
                  <a:pt x="5665817" y="1724118"/>
                </a:cubicBezTo>
                <a:cubicBezTo>
                  <a:pt x="7857638" y="1565825"/>
                  <a:pt x="11652773" y="1073802"/>
                  <a:pt x="12873509" y="1201733"/>
                </a:cubicBezTo>
                <a:lnTo>
                  <a:pt x="12873509" y="1201733"/>
                </a:lnTo>
                <a:cubicBezTo>
                  <a:pt x="13115826" y="1857047"/>
                  <a:pt x="12644065" y="3187333"/>
                  <a:pt x="12873509" y="4837467"/>
                </a:cubicBezTo>
                <a:lnTo>
                  <a:pt x="12873509" y="4837467"/>
                </a:lnTo>
                <a:cubicBezTo>
                  <a:pt x="8357774" y="4871217"/>
                  <a:pt x="4726949" y="3943460"/>
                  <a:pt x="172625" y="4837467"/>
                </a:cubicBezTo>
                <a:lnTo>
                  <a:pt x="172625" y="4837467"/>
                </a:lnTo>
                <a:cubicBezTo>
                  <a:pt x="487818" y="4109869"/>
                  <a:pt x="51902" y="2067731"/>
                  <a:pt x="172625" y="1201733"/>
                </a:cubicBezTo>
                <a:close/>
              </a:path>
              <a:path w="13331020" h="5026069" fill="none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3632539" y="2114662"/>
                  <a:pt x="6609668" y="-1819005"/>
                  <a:pt x="12873509" y="1201733"/>
                </a:cubicBezTo>
                <a:lnTo>
                  <a:pt x="12873509" y="1201733"/>
                </a:lnTo>
                <a:cubicBezTo>
                  <a:pt x="12801954" y="2618597"/>
                  <a:pt x="12917174" y="3621537"/>
                  <a:pt x="12873509" y="4837467"/>
                </a:cubicBezTo>
                <a:lnTo>
                  <a:pt x="12873509" y="4837467"/>
                </a:lnTo>
                <a:cubicBezTo>
                  <a:pt x="7171208" y="5026770"/>
                  <a:pt x="1117865" y="5183039"/>
                  <a:pt x="172625" y="4837467"/>
                </a:cubicBezTo>
                <a:lnTo>
                  <a:pt x="172625" y="4837467"/>
                </a:lnTo>
                <a:cubicBezTo>
                  <a:pt x="91607" y="4041730"/>
                  <a:pt x="125993" y="2108372"/>
                  <a:pt x="172625" y="1201733"/>
                </a:cubicBezTo>
                <a:close/>
              </a:path>
              <a:path w="13331020" h="5026069" fill="none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3382029" y="1656241"/>
                  <a:pt x="2387398" y="-2066341"/>
                  <a:pt x="12873509" y="1201733"/>
                </a:cubicBezTo>
                <a:lnTo>
                  <a:pt x="12873509" y="1201733"/>
                </a:lnTo>
                <a:cubicBezTo>
                  <a:pt x="13169177" y="2043403"/>
                  <a:pt x="13146006" y="3764783"/>
                  <a:pt x="12873509" y="4837467"/>
                </a:cubicBezTo>
                <a:lnTo>
                  <a:pt x="12873509" y="4837467"/>
                </a:lnTo>
                <a:cubicBezTo>
                  <a:pt x="10653315" y="4990766"/>
                  <a:pt x="4765726" y="4832527"/>
                  <a:pt x="172625" y="4837467"/>
                </a:cubicBezTo>
                <a:lnTo>
                  <a:pt x="172625" y="4837467"/>
                </a:lnTo>
                <a:cubicBezTo>
                  <a:pt x="46033" y="4207275"/>
                  <a:pt x="27985" y="2098178"/>
                  <a:pt x="172625" y="1201733"/>
                </a:cubicBezTo>
                <a:close/>
              </a:path>
              <a:path w="13331020" h="5026069" fill="none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2914507" y="1644468"/>
                  <a:pt x="3047899" y="-1071906"/>
                  <a:pt x="12873509" y="1201733"/>
                </a:cubicBezTo>
                <a:lnTo>
                  <a:pt x="12873509" y="1201733"/>
                </a:lnTo>
                <a:cubicBezTo>
                  <a:pt x="13295710" y="2242014"/>
                  <a:pt x="13572032" y="3581992"/>
                  <a:pt x="12873509" y="4837467"/>
                </a:cubicBezTo>
                <a:lnTo>
                  <a:pt x="12873509" y="4837467"/>
                </a:lnTo>
                <a:cubicBezTo>
                  <a:pt x="7255671" y="4978022"/>
                  <a:pt x="1087625" y="4948804"/>
                  <a:pt x="172625" y="4837467"/>
                </a:cubicBezTo>
                <a:lnTo>
                  <a:pt x="172625" y="4837467"/>
                </a:lnTo>
                <a:cubicBezTo>
                  <a:pt x="356958" y="4082637"/>
                  <a:pt x="54214" y="1938133"/>
                  <a:pt x="172625" y="1201733"/>
                </a:cubicBezTo>
                <a:close/>
              </a:path>
              <a:path w="13331020" h="5026069" fill="none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2858453" y="1856927"/>
                  <a:pt x="2878260" y="-1133065"/>
                  <a:pt x="12873509" y="1201733"/>
                </a:cubicBezTo>
                <a:lnTo>
                  <a:pt x="12873509" y="1201733"/>
                </a:lnTo>
                <a:cubicBezTo>
                  <a:pt x="13526764" y="2190907"/>
                  <a:pt x="13466392" y="3809816"/>
                  <a:pt x="12873509" y="4837467"/>
                </a:cubicBezTo>
                <a:lnTo>
                  <a:pt x="12873509" y="4837467"/>
                </a:lnTo>
                <a:cubicBezTo>
                  <a:pt x="7108879" y="5104022"/>
                  <a:pt x="1018817" y="4854216"/>
                  <a:pt x="172625" y="4837467"/>
                </a:cubicBezTo>
                <a:lnTo>
                  <a:pt x="172625" y="4837467"/>
                </a:lnTo>
                <a:cubicBezTo>
                  <a:pt x="282896" y="4206677"/>
                  <a:pt x="167848" y="1897505"/>
                  <a:pt x="172625" y="1201733"/>
                </a:cubicBezTo>
                <a:close/>
              </a:path>
            </a:pathLst>
          </a:custGeom>
          <a:solidFill>
            <a:srgbClr val="F8C932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2967545145">
                  <a:custGeom>
                    <a:avLst/>
                    <a:gdLst>
                      <a:gd name="connsiteX0" fmla="*/ 153930 w 13229762"/>
                      <a:gd name="connsiteY0" fmla="*/ 1260153 h 5015579"/>
                      <a:gd name="connsiteX1" fmla="*/ 153930 w 13229762"/>
                      <a:gd name="connsiteY1" fmla="*/ 1260153 h 5015579"/>
                      <a:gd name="connsiteX2" fmla="*/ 12854814 w 13229762"/>
                      <a:gd name="connsiteY2" fmla="*/ 1260153 h 5015579"/>
                      <a:gd name="connsiteX3" fmla="*/ 12854814 w 13229762"/>
                      <a:gd name="connsiteY3" fmla="*/ 1260153 h 5015579"/>
                      <a:gd name="connsiteX4" fmla="*/ 12854814 w 13229762"/>
                      <a:gd name="connsiteY4" fmla="*/ 4895887 h 5015579"/>
                      <a:gd name="connsiteX5" fmla="*/ 12854814 w 13229762"/>
                      <a:gd name="connsiteY5" fmla="*/ 4895887 h 5015579"/>
                      <a:gd name="connsiteX6" fmla="*/ 153930 w 13229762"/>
                      <a:gd name="connsiteY6" fmla="*/ 4895887 h 5015579"/>
                      <a:gd name="connsiteX7" fmla="*/ 153930 w 13229762"/>
                      <a:gd name="connsiteY7" fmla="*/ 4895887 h 5015579"/>
                      <a:gd name="connsiteX8" fmla="*/ 153930 w 13229762"/>
                      <a:gd name="connsiteY8" fmla="*/ 1260153 h 5015579"/>
                      <a:gd name="connsiteX0" fmla="*/ 153930 w 13229762"/>
                      <a:gd name="connsiteY0" fmla="*/ 1260153 h 5015579"/>
                      <a:gd name="connsiteX1" fmla="*/ 153930 w 13229762"/>
                      <a:gd name="connsiteY1" fmla="*/ 1260153 h 5015579"/>
                      <a:gd name="connsiteX2" fmla="*/ 12854814 w 13229762"/>
                      <a:gd name="connsiteY2" fmla="*/ 1260153 h 5015579"/>
                      <a:gd name="connsiteX3" fmla="*/ 12854814 w 13229762"/>
                      <a:gd name="connsiteY3" fmla="*/ 1260153 h 5015579"/>
                      <a:gd name="connsiteX4" fmla="*/ 12854814 w 13229762"/>
                      <a:gd name="connsiteY4" fmla="*/ 4895887 h 5015579"/>
                      <a:gd name="connsiteX5" fmla="*/ 12854814 w 13229762"/>
                      <a:gd name="connsiteY5" fmla="*/ 4895887 h 5015579"/>
                      <a:gd name="connsiteX6" fmla="*/ 153930 w 13229762"/>
                      <a:gd name="connsiteY6" fmla="*/ 4895887 h 5015579"/>
                      <a:gd name="connsiteX7" fmla="*/ 153930 w 13229762"/>
                      <a:gd name="connsiteY7" fmla="*/ 4895887 h 5015579"/>
                      <a:gd name="connsiteX8" fmla="*/ 153930 w 13229762"/>
                      <a:gd name="connsiteY8" fmla="*/ 1260153 h 5015579"/>
                      <a:gd name="connsiteX0" fmla="*/ 153930 w 13229762"/>
                      <a:gd name="connsiteY0" fmla="*/ 1260153 h 5015579"/>
                      <a:gd name="connsiteX1" fmla="*/ 153930 w 13229762"/>
                      <a:gd name="connsiteY1" fmla="*/ 1260153 h 5015579"/>
                      <a:gd name="connsiteX2" fmla="*/ 5647122 w 13229762"/>
                      <a:gd name="connsiteY2" fmla="*/ 1782538 h 5015579"/>
                      <a:gd name="connsiteX3" fmla="*/ 12854814 w 13229762"/>
                      <a:gd name="connsiteY3" fmla="*/ 1260153 h 5015579"/>
                      <a:gd name="connsiteX4" fmla="*/ 12854814 w 13229762"/>
                      <a:gd name="connsiteY4" fmla="*/ 1260153 h 5015579"/>
                      <a:gd name="connsiteX5" fmla="*/ 12854814 w 13229762"/>
                      <a:gd name="connsiteY5" fmla="*/ 4895887 h 5015579"/>
                      <a:gd name="connsiteX6" fmla="*/ 12854814 w 13229762"/>
                      <a:gd name="connsiteY6" fmla="*/ 4895887 h 5015579"/>
                      <a:gd name="connsiteX7" fmla="*/ 153930 w 13229762"/>
                      <a:gd name="connsiteY7" fmla="*/ 4895887 h 5015579"/>
                      <a:gd name="connsiteX8" fmla="*/ 153930 w 13229762"/>
                      <a:gd name="connsiteY8" fmla="*/ 4895887 h 5015579"/>
                      <a:gd name="connsiteX9" fmla="*/ 153930 w 13229762"/>
                      <a:gd name="connsiteY9" fmla="*/ 1260153 h 5015579"/>
                      <a:gd name="connsiteX0" fmla="*/ 153930 w 13229762"/>
                      <a:gd name="connsiteY0" fmla="*/ 1260153 h 5015579"/>
                      <a:gd name="connsiteX1" fmla="*/ 153930 w 13229762"/>
                      <a:gd name="connsiteY1" fmla="*/ 1260153 h 5015579"/>
                      <a:gd name="connsiteX2" fmla="*/ 12854814 w 13229762"/>
                      <a:gd name="connsiteY2" fmla="*/ 1260153 h 5015579"/>
                      <a:gd name="connsiteX3" fmla="*/ 12854814 w 13229762"/>
                      <a:gd name="connsiteY3" fmla="*/ 1260153 h 5015579"/>
                      <a:gd name="connsiteX4" fmla="*/ 12854814 w 13229762"/>
                      <a:gd name="connsiteY4" fmla="*/ 4895887 h 5015579"/>
                      <a:gd name="connsiteX5" fmla="*/ 12854814 w 13229762"/>
                      <a:gd name="connsiteY5" fmla="*/ 4895887 h 5015579"/>
                      <a:gd name="connsiteX6" fmla="*/ 153930 w 13229762"/>
                      <a:gd name="connsiteY6" fmla="*/ 4895887 h 5015579"/>
                      <a:gd name="connsiteX7" fmla="*/ 153930 w 13229762"/>
                      <a:gd name="connsiteY7" fmla="*/ 4895887 h 5015579"/>
                      <a:gd name="connsiteX8" fmla="*/ 153930 w 13229762"/>
                      <a:gd name="connsiteY8" fmla="*/ 1260153 h 5015579"/>
                      <a:gd name="connsiteX0" fmla="*/ 153930 w 13229762"/>
                      <a:gd name="connsiteY0" fmla="*/ 1260153 h 5015579"/>
                      <a:gd name="connsiteX1" fmla="*/ 153930 w 13229762"/>
                      <a:gd name="connsiteY1" fmla="*/ 1260153 h 5015579"/>
                      <a:gd name="connsiteX2" fmla="*/ 12854814 w 13229762"/>
                      <a:gd name="connsiteY2" fmla="*/ 1260153 h 5015579"/>
                      <a:gd name="connsiteX3" fmla="*/ 12854814 w 13229762"/>
                      <a:gd name="connsiteY3" fmla="*/ 1260153 h 5015579"/>
                      <a:gd name="connsiteX4" fmla="*/ 12854814 w 13229762"/>
                      <a:gd name="connsiteY4" fmla="*/ 4895887 h 5015579"/>
                      <a:gd name="connsiteX5" fmla="*/ 12854814 w 13229762"/>
                      <a:gd name="connsiteY5" fmla="*/ 4895887 h 5015579"/>
                      <a:gd name="connsiteX6" fmla="*/ 153930 w 13229762"/>
                      <a:gd name="connsiteY6" fmla="*/ 4895887 h 5015579"/>
                      <a:gd name="connsiteX7" fmla="*/ 153930 w 13229762"/>
                      <a:gd name="connsiteY7" fmla="*/ 4895887 h 5015579"/>
                      <a:gd name="connsiteX8" fmla="*/ 153930 w 13229762"/>
                      <a:gd name="connsiteY8" fmla="*/ 1260153 h 501557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12873509 w 13331020"/>
                      <a:gd name="connsiteY2" fmla="*/ 1201733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4837467 h 5026069"/>
                      <a:gd name="connsiteX5" fmla="*/ 12873509 w 13331020"/>
                      <a:gd name="connsiteY5" fmla="*/ 4837467 h 5026069"/>
                      <a:gd name="connsiteX6" fmla="*/ 172625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1201733 h 502606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12873509 w 13331020"/>
                      <a:gd name="connsiteY2" fmla="*/ 1201733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4837467 h 5026069"/>
                      <a:gd name="connsiteX5" fmla="*/ 12873509 w 13331020"/>
                      <a:gd name="connsiteY5" fmla="*/ 4837467 h 5026069"/>
                      <a:gd name="connsiteX6" fmla="*/ 172625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1201733 h 502606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5665817 w 13331020"/>
                      <a:gd name="connsiteY2" fmla="*/ 1724118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1201733 h 5026069"/>
                      <a:gd name="connsiteX5" fmla="*/ 12873509 w 13331020"/>
                      <a:gd name="connsiteY5" fmla="*/ 4837467 h 5026069"/>
                      <a:gd name="connsiteX6" fmla="*/ 12873509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4837467 h 5026069"/>
                      <a:gd name="connsiteX9" fmla="*/ 172625 w 13331020"/>
                      <a:gd name="connsiteY9" fmla="*/ 1201733 h 502606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12873509 w 13331020"/>
                      <a:gd name="connsiteY2" fmla="*/ 1201733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4837467 h 5026069"/>
                      <a:gd name="connsiteX5" fmla="*/ 12873509 w 13331020"/>
                      <a:gd name="connsiteY5" fmla="*/ 4837467 h 5026069"/>
                      <a:gd name="connsiteX6" fmla="*/ 172625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1201733 h 502606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12873509 w 13331020"/>
                      <a:gd name="connsiteY2" fmla="*/ 1201733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4837467 h 5026069"/>
                      <a:gd name="connsiteX5" fmla="*/ 12873509 w 13331020"/>
                      <a:gd name="connsiteY5" fmla="*/ 4837467 h 5026069"/>
                      <a:gd name="connsiteX6" fmla="*/ 172625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1201733 h 502606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12873509 w 13331020"/>
                      <a:gd name="connsiteY2" fmla="*/ 1201733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4837467 h 5026069"/>
                      <a:gd name="connsiteX5" fmla="*/ 12873509 w 13331020"/>
                      <a:gd name="connsiteY5" fmla="*/ 4837467 h 5026069"/>
                      <a:gd name="connsiteX6" fmla="*/ 172625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1201733 h 50260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331020" h="5026069" fill="none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2951635" y="1718756"/>
                          <a:pt x="2837500" y="-1134337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3537958" y="2148428"/>
                          <a:pt x="13426554" y="3778759"/>
                          <a:pt x="12873509" y="4837467"/>
                        </a:cubicBezTo>
                        <a:lnTo>
                          <a:pt x="12873509" y="4837467"/>
                        </a:lnTo>
                        <a:cubicBezTo>
                          <a:pt x="7066394" y="5149578"/>
                          <a:pt x="1037799" y="4832280"/>
                          <a:pt x="172625" y="4837467"/>
                        </a:cubicBezTo>
                        <a:lnTo>
                          <a:pt x="172625" y="4837467"/>
                        </a:lnTo>
                        <a:cubicBezTo>
                          <a:pt x="403878" y="4206328"/>
                          <a:pt x="230452" y="1810718"/>
                          <a:pt x="172625" y="1201733"/>
                        </a:cubicBezTo>
                        <a:close/>
                      </a:path>
                      <a:path w="13331020" h="5026069" stroke="0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2836626" y="974359"/>
                          <a:pt x="8071537" y="1958439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2639437" y="2157920"/>
                          <a:pt x="12876524" y="4632859"/>
                          <a:pt x="12873509" y="4837467"/>
                        </a:cubicBezTo>
                        <a:lnTo>
                          <a:pt x="12873509" y="4837467"/>
                        </a:lnTo>
                        <a:cubicBezTo>
                          <a:pt x="12522348" y="4758547"/>
                          <a:pt x="2756579" y="5298830"/>
                          <a:pt x="172625" y="4837467"/>
                        </a:cubicBezTo>
                        <a:lnTo>
                          <a:pt x="172625" y="4837467"/>
                        </a:lnTo>
                        <a:cubicBezTo>
                          <a:pt x="254920" y="3650686"/>
                          <a:pt x="-254060" y="1904740"/>
                          <a:pt x="172625" y="1201733"/>
                        </a:cubicBezTo>
                        <a:close/>
                      </a:path>
                      <a:path w="13331020" h="5026069" fill="none" stroke="0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1058316" y="1277245"/>
                          <a:pt x="2445591" y="1326155"/>
                          <a:pt x="5665817" y="1724118"/>
                        </a:cubicBezTo>
                        <a:cubicBezTo>
                          <a:pt x="7818509" y="1648402"/>
                          <a:pt x="11649470" y="1114168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2964854" y="1940923"/>
                          <a:pt x="12815566" y="3203659"/>
                          <a:pt x="12873509" y="4837467"/>
                        </a:cubicBezTo>
                        <a:lnTo>
                          <a:pt x="12873509" y="4837467"/>
                        </a:lnTo>
                        <a:cubicBezTo>
                          <a:pt x="7795829" y="4693516"/>
                          <a:pt x="4527114" y="4233314"/>
                          <a:pt x="172625" y="4837467"/>
                        </a:cubicBezTo>
                        <a:lnTo>
                          <a:pt x="172625" y="4837467"/>
                        </a:lnTo>
                        <a:cubicBezTo>
                          <a:pt x="432145" y="4136445"/>
                          <a:pt x="79065" y="2058749"/>
                          <a:pt x="172625" y="1201733"/>
                        </a:cubicBezTo>
                        <a:close/>
                      </a:path>
                      <a:path w="13331020" h="5026069" fill="none" stroke="0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3423233" y="1585694"/>
                          <a:pt x="7556532" y="-1684246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2848006" y="2470534"/>
                          <a:pt x="13067780" y="3572867"/>
                          <a:pt x="12873509" y="4837467"/>
                        </a:cubicBezTo>
                        <a:lnTo>
                          <a:pt x="12873509" y="4837467"/>
                        </a:lnTo>
                        <a:cubicBezTo>
                          <a:pt x="7338535" y="4937299"/>
                          <a:pt x="1129129" y="5058247"/>
                          <a:pt x="172625" y="4837467"/>
                        </a:cubicBezTo>
                        <a:lnTo>
                          <a:pt x="172625" y="4837467"/>
                        </a:lnTo>
                        <a:cubicBezTo>
                          <a:pt x="60295" y="4080042"/>
                          <a:pt x="147703" y="2084923"/>
                          <a:pt x="172625" y="1201733"/>
                        </a:cubicBezTo>
                        <a:close/>
                      </a:path>
                      <a:path w="13331020" h="5026069" fill="none" stroke="0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3045246" y="1752850"/>
                          <a:pt x="2873811" y="-1759145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3166751" y="2058279"/>
                          <a:pt x="13276141" y="3660974"/>
                          <a:pt x="12873509" y="4837467"/>
                        </a:cubicBezTo>
                        <a:lnTo>
                          <a:pt x="12873509" y="4837467"/>
                        </a:lnTo>
                        <a:lnTo>
                          <a:pt x="172625" y="4837467"/>
                        </a:lnTo>
                        <a:lnTo>
                          <a:pt x="172625" y="4837467"/>
                        </a:lnTo>
                        <a:cubicBezTo>
                          <a:pt x="196096" y="4152942"/>
                          <a:pt x="123970" y="2014995"/>
                          <a:pt x="172625" y="1201733"/>
                        </a:cubicBezTo>
                        <a:close/>
                      </a:path>
                      <a:path w="13331020" h="5026069" fill="none" stroke="0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2758044" y="1826091"/>
                          <a:pt x="2795006" y="-1274433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3379586" y="2243017"/>
                          <a:pt x="13399062" y="3730054"/>
                          <a:pt x="12873509" y="4837467"/>
                        </a:cubicBezTo>
                        <a:lnTo>
                          <a:pt x="12873509" y="4837467"/>
                        </a:lnTo>
                        <a:cubicBezTo>
                          <a:pt x="7262009" y="4959329"/>
                          <a:pt x="1022243" y="4902970"/>
                          <a:pt x="172625" y="4837467"/>
                        </a:cubicBezTo>
                        <a:lnTo>
                          <a:pt x="172625" y="4837467"/>
                        </a:lnTo>
                        <a:cubicBezTo>
                          <a:pt x="283732" y="4194063"/>
                          <a:pt x="165959" y="1905856"/>
                          <a:pt x="172625" y="1201733"/>
                        </a:cubicBezTo>
                        <a:close/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כותרת 1">
            <a:extLst>
              <a:ext uri="{FF2B5EF4-FFF2-40B4-BE49-F238E27FC236}">
                <a16:creationId xmlns:a16="http://schemas.microsoft.com/office/drawing/2014/main" id="{425C8111-057F-5FA3-4903-813BA6B14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0901" y="17123"/>
            <a:ext cx="7231058" cy="1325563"/>
          </a:xfrm>
          <a:noFill/>
        </p:spPr>
        <p:txBody>
          <a:bodyPr>
            <a:normAutofit/>
          </a:bodyPr>
          <a:lstStyle/>
          <a:p>
            <a:r>
              <a:rPr lang="he-IL" sz="40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קובץ בסיס</a:t>
            </a:r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D3DCED23-5940-860A-A5E6-103D3248D83D}"/>
              </a:ext>
            </a:extLst>
          </p:cNvPr>
          <p:cNvSpPr txBox="1"/>
          <p:nvPr/>
        </p:nvSpPr>
        <p:spPr>
          <a:xfrm>
            <a:off x="8276430" y="6533100"/>
            <a:ext cx="38223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400" dirty="0">
                <a:hlinkClick r:id="rId3"/>
              </a:rPr>
              <a:t>הורדת קובץ </a:t>
            </a:r>
            <a:r>
              <a:rPr lang="he-IL" sz="1400" dirty="0" err="1">
                <a:hlinkClick r:id="rId3"/>
              </a:rPr>
              <a:t>אילוסטרייטור</a:t>
            </a:r>
            <a:r>
              <a:rPr lang="he-IL" sz="1400" dirty="0">
                <a:hlinkClick r:id="rId3"/>
              </a:rPr>
              <a:t> מוכן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295633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387A0-BBCC-AED1-0A14-B4300723D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>
            <a:extLst>
              <a:ext uri="{FF2B5EF4-FFF2-40B4-BE49-F238E27FC236}">
                <a16:creationId xmlns:a16="http://schemas.microsoft.com/office/drawing/2014/main" id="{93D04B5C-247D-C7E8-B110-9A210A5F1B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35"/>
          <a:stretch/>
        </p:blipFill>
        <p:spPr>
          <a:xfrm>
            <a:off x="0" y="990954"/>
            <a:ext cx="12192000" cy="5867046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58566ADB-F43C-71F6-BA9D-0CE56B646D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3" t="14295" r="23917" b="21650"/>
          <a:stretch/>
        </p:blipFill>
        <p:spPr>
          <a:xfrm>
            <a:off x="2326424" y="2619384"/>
            <a:ext cx="7058876" cy="3513711"/>
          </a:xfrm>
          <a:prstGeom prst="rect">
            <a:avLst/>
          </a:prstGeom>
        </p:spPr>
      </p:pic>
      <p:cxnSp>
        <p:nvCxnSpPr>
          <p:cNvPr id="7" name="מחבר ישר 8">
            <a:extLst>
              <a:ext uri="{FF2B5EF4-FFF2-40B4-BE49-F238E27FC236}">
                <a16:creationId xmlns:a16="http://schemas.microsoft.com/office/drawing/2014/main" id="{098ED1F6-A3F2-22B0-5C65-9105BB8065D9}"/>
              </a:ext>
            </a:extLst>
          </p:cNvPr>
          <p:cNvCxnSpPr>
            <a:cxnSpLocks/>
          </p:cNvCxnSpPr>
          <p:nvPr/>
        </p:nvCxnSpPr>
        <p:spPr>
          <a:xfrm>
            <a:off x="16259613" y="2815281"/>
            <a:ext cx="167706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!!מלבן!!">
            <a:extLst>
              <a:ext uri="{FF2B5EF4-FFF2-40B4-BE49-F238E27FC236}">
                <a16:creationId xmlns:a16="http://schemas.microsoft.com/office/drawing/2014/main" id="{4075F7F2-055A-B351-AAD9-C59AC09BFB25}"/>
              </a:ext>
            </a:extLst>
          </p:cNvPr>
          <p:cNvSpPr/>
          <p:nvPr/>
        </p:nvSpPr>
        <p:spPr>
          <a:xfrm rot="10800000" flipH="1">
            <a:off x="-280153" y="-2210788"/>
            <a:ext cx="13331020" cy="5026069"/>
          </a:xfrm>
          <a:custGeom>
            <a:avLst/>
            <a:gdLst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12873509 w 13331020"/>
              <a:gd name="connsiteY2" fmla="*/ 1201733 h 5026069"/>
              <a:gd name="connsiteX3" fmla="*/ 12873509 w 13331020"/>
              <a:gd name="connsiteY3" fmla="*/ 1201733 h 5026069"/>
              <a:gd name="connsiteX4" fmla="*/ 12873509 w 13331020"/>
              <a:gd name="connsiteY4" fmla="*/ 4837467 h 5026069"/>
              <a:gd name="connsiteX5" fmla="*/ 12873509 w 13331020"/>
              <a:gd name="connsiteY5" fmla="*/ 4837467 h 5026069"/>
              <a:gd name="connsiteX6" fmla="*/ 172625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1201733 h 5026069"/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12873509 w 13331020"/>
              <a:gd name="connsiteY2" fmla="*/ 1201733 h 5026069"/>
              <a:gd name="connsiteX3" fmla="*/ 12873509 w 13331020"/>
              <a:gd name="connsiteY3" fmla="*/ 1201733 h 5026069"/>
              <a:gd name="connsiteX4" fmla="*/ 12873509 w 13331020"/>
              <a:gd name="connsiteY4" fmla="*/ 4837467 h 5026069"/>
              <a:gd name="connsiteX5" fmla="*/ 12873509 w 13331020"/>
              <a:gd name="connsiteY5" fmla="*/ 4837467 h 5026069"/>
              <a:gd name="connsiteX6" fmla="*/ 172625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1201733 h 5026069"/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5665817 w 13331020"/>
              <a:gd name="connsiteY2" fmla="*/ 1724118 h 5026069"/>
              <a:gd name="connsiteX3" fmla="*/ 12873509 w 13331020"/>
              <a:gd name="connsiteY3" fmla="*/ 1201733 h 5026069"/>
              <a:gd name="connsiteX4" fmla="*/ 12873509 w 13331020"/>
              <a:gd name="connsiteY4" fmla="*/ 1201733 h 5026069"/>
              <a:gd name="connsiteX5" fmla="*/ 12873509 w 13331020"/>
              <a:gd name="connsiteY5" fmla="*/ 4837467 h 5026069"/>
              <a:gd name="connsiteX6" fmla="*/ 12873509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4837467 h 5026069"/>
              <a:gd name="connsiteX9" fmla="*/ 172625 w 13331020"/>
              <a:gd name="connsiteY9" fmla="*/ 1201733 h 5026069"/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12873509 w 13331020"/>
              <a:gd name="connsiteY2" fmla="*/ 1201733 h 5026069"/>
              <a:gd name="connsiteX3" fmla="*/ 12873509 w 13331020"/>
              <a:gd name="connsiteY3" fmla="*/ 1201733 h 5026069"/>
              <a:gd name="connsiteX4" fmla="*/ 12873509 w 13331020"/>
              <a:gd name="connsiteY4" fmla="*/ 4837467 h 5026069"/>
              <a:gd name="connsiteX5" fmla="*/ 12873509 w 13331020"/>
              <a:gd name="connsiteY5" fmla="*/ 4837467 h 5026069"/>
              <a:gd name="connsiteX6" fmla="*/ 172625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1201733 h 5026069"/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12873509 w 13331020"/>
              <a:gd name="connsiteY2" fmla="*/ 1201733 h 5026069"/>
              <a:gd name="connsiteX3" fmla="*/ 12873509 w 13331020"/>
              <a:gd name="connsiteY3" fmla="*/ 1201733 h 5026069"/>
              <a:gd name="connsiteX4" fmla="*/ 12873509 w 13331020"/>
              <a:gd name="connsiteY4" fmla="*/ 4837467 h 5026069"/>
              <a:gd name="connsiteX5" fmla="*/ 12873509 w 13331020"/>
              <a:gd name="connsiteY5" fmla="*/ 4837467 h 5026069"/>
              <a:gd name="connsiteX6" fmla="*/ 172625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1201733 h 5026069"/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12873509 w 13331020"/>
              <a:gd name="connsiteY2" fmla="*/ 1201733 h 5026069"/>
              <a:gd name="connsiteX3" fmla="*/ 12873509 w 13331020"/>
              <a:gd name="connsiteY3" fmla="*/ 1201733 h 5026069"/>
              <a:gd name="connsiteX4" fmla="*/ 12873509 w 13331020"/>
              <a:gd name="connsiteY4" fmla="*/ 4837467 h 5026069"/>
              <a:gd name="connsiteX5" fmla="*/ 12873509 w 13331020"/>
              <a:gd name="connsiteY5" fmla="*/ 4837467 h 5026069"/>
              <a:gd name="connsiteX6" fmla="*/ 172625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1201733 h 5026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31020" h="5026069" fill="none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2862709" y="2065454"/>
                  <a:pt x="2972095" y="-901328"/>
                  <a:pt x="12873509" y="1201733"/>
                </a:cubicBezTo>
                <a:lnTo>
                  <a:pt x="12873509" y="1201733"/>
                </a:lnTo>
                <a:cubicBezTo>
                  <a:pt x="13582850" y="2142531"/>
                  <a:pt x="13506706" y="3868532"/>
                  <a:pt x="12873509" y="4837467"/>
                </a:cubicBezTo>
                <a:lnTo>
                  <a:pt x="12873509" y="4837467"/>
                </a:lnTo>
                <a:cubicBezTo>
                  <a:pt x="6953006" y="5240736"/>
                  <a:pt x="997315" y="4829353"/>
                  <a:pt x="172625" y="4837467"/>
                </a:cubicBezTo>
                <a:lnTo>
                  <a:pt x="172625" y="4837467"/>
                </a:lnTo>
                <a:cubicBezTo>
                  <a:pt x="511602" y="4259416"/>
                  <a:pt x="232588" y="1802238"/>
                  <a:pt x="172625" y="1201733"/>
                </a:cubicBezTo>
                <a:close/>
              </a:path>
              <a:path w="13331020" h="5026069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3085760" y="951021"/>
                  <a:pt x="8759782" y="2466869"/>
                  <a:pt x="12873509" y="1201733"/>
                </a:cubicBezTo>
                <a:lnTo>
                  <a:pt x="12873509" y="1201733"/>
                </a:lnTo>
                <a:cubicBezTo>
                  <a:pt x="12629123" y="2169774"/>
                  <a:pt x="12873360" y="4656090"/>
                  <a:pt x="12873509" y="4837467"/>
                </a:cubicBezTo>
                <a:lnTo>
                  <a:pt x="12873509" y="4837467"/>
                </a:lnTo>
                <a:cubicBezTo>
                  <a:pt x="12597468" y="4754124"/>
                  <a:pt x="2939750" y="5447711"/>
                  <a:pt x="172625" y="4837467"/>
                </a:cubicBezTo>
                <a:lnTo>
                  <a:pt x="172625" y="4837467"/>
                </a:lnTo>
                <a:cubicBezTo>
                  <a:pt x="249238" y="3605529"/>
                  <a:pt x="-297669" y="1895189"/>
                  <a:pt x="172625" y="1201733"/>
                </a:cubicBezTo>
                <a:close/>
              </a:path>
              <a:path w="13331020" h="5026069" fill="none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1058754" y="1375957"/>
                  <a:pt x="2486118" y="1194260"/>
                  <a:pt x="5665817" y="1724118"/>
                </a:cubicBezTo>
                <a:cubicBezTo>
                  <a:pt x="7857638" y="1565825"/>
                  <a:pt x="11652773" y="1073802"/>
                  <a:pt x="12873509" y="1201733"/>
                </a:cubicBezTo>
                <a:lnTo>
                  <a:pt x="12873509" y="1201733"/>
                </a:lnTo>
                <a:cubicBezTo>
                  <a:pt x="13115826" y="1857047"/>
                  <a:pt x="12644065" y="3187333"/>
                  <a:pt x="12873509" y="4837467"/>
                </a:cubicBezTo>
                <a:lnTo>
                  <a:pt x="12873509" y="4837467"/>
                </a:lnTo>
                <a:cubicBezTo>
                  <a:pt x="8357774" y="4871217"/>
                  <a:pt x="4726949" y="3943460"/>
                  <a:pt x="172625" y="4837467"/>
                </a:cubicBezTo>
                <a:lnTo>
                  <a:pt x="172625" y="4837467"/>
                </a:lnTo>
                <a:cubicBezTo>
                  <a:pt x="487818" y="4109869"/>
                  <a:pt x="51902" y="2067731"/>
                  <a:pt x="172625" y="1201733"/>
                </a:cubicBezTo>
                <a:close/>
              </a:path>
              <a:path w="13331020" h="5026069" fill="none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3632539" y="2114662"/>
                  <a:pt x="6609668" y="-1819005"/>
                  <a:pt x="12873509" y="1201733"/>
                </a:cubicBezTo>
                <a:lnTo>
                  <a:pt x="12873509" y="1201733"/>
                </a:lnTo>
                <a:cubicBezTo>
                  <a:pt x="12801954" y="2618597"/>
                  <a:pt x="12917174" y="3621537"/>
                  <a:pt x="12873509" y="4837467"/>
                </a:cubicBezTo>
                <a:lnTo>
                  <a:pt x="12873509" y="4837467"/>
                </a:lnTo>
                <a:cubicBezTo>
                  <a:pt x="7171208" y="5026770"/>
                  <a:pt x="1117865" y="5183039"/>
                  <a:pt x="172625" y="4837467"/>
                </a:cubicBezTo>
                <a:lnTo>
                  <a:pt x="172625" y="4837467"/>
                </a:lnTo>
                <a:cubicBezTo>
                  <a:pt x="91607" y="4041730"/>
                  <a:pt x="125993" y="2108372"/>
                  <a:pt x="172625" y="1201733"/>
                </a:cubicBezTo>
                <a:close/>
              </a:path>
              <a:path w="13331020" h="5026069" fill="none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3382029" y="1656241"/>
                  <a:pt x="2387398" y="-2066341"/>
                  <a:pt x="12873509" y="1201733"/>
                </a:cubicBezTo>
                <a:lnTo>
                  <a:pt x="12873509" y="1201733"/>
                </a:lnTo>
                <a:cubicBezTo>
                  <a:pt x="13169177" y="2043403"/>
                  <a:pt x="13146006" y="3764783"/>
                  <a:pt x="12873509" y="4837467"/>
                </a:cubicBezTo>
                <a:lnTo>
                  <a:pt x="12873509" y="4837467"/>
                </a:lnTo>
                <a:cubicBezTo>
                  <a:pt x="10653315" y="4990766"/>
                  <a:pt x="4765726" y="4832527"/>
                  <a:pt x="172625" y="4837467"/>
                </a:cubicBezTo>
                <a:lnTo>
                  <a:pt x="172625" y="4837467"/>
                </a:lnTo>
                <a:cubicBezTo>
                  <a:pt x="46033" y="4207275"/>
                  <a:pt x="27985" y="2098178"/>
                  <a:pt x="172625" y="1201733"/>
                </a:cubicBezTo>
                <a:close/>
              </a:path>
              <a:path w="13331020" h="5026069" fill="none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2914507" y="1644468"/>
                  <a:pt x="3047899" y="-1071906"/>
                  <a:pt x="12873509" y="1201733"/>
                </a:cubicBezTo>
                <a:lnTo>
                  <a:pt x="12873509" y="1201733"/>
                </a:lnTo>
                <a:cubicBezTo>
                  <a:pt x="13295710" y="2242014"/>
                  <a:pt x="13572032" y="3581992"/>
                  <a:pt x="12873509" y="4837467"/>
                </a:cubicBezTo>
                <a:lnTo>
                  <a:pt x="12873509" y="4837467"/>
                </a:lnTo>
                <a:cubicBezTo>
                  <a:pt x="7255671" y="4978022"/>
                  <a:pt x="1087625" y="4948804"/>
                  <a:pt x="172625" y="4837467"/>
                </a:cubicBezTo>
                <a:lnTo>
                  <a:pt x="172625" y="4837467"/>
                </a:lnTo>
                <a:cubicBezTo>
                  <a:pt x="356958" y="4082637"/>
                  <a:pt x="54214" y="1938133"/>
                  <a:pt x="172625" y="1201733"/>
                </a:cubicBezTo>
                <a:close/>
              </a:path>
              <a:path w="13331020" h="5026069" fill="none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2858453" y="1856927"/>
                  <a:pt x="2878260" y="-1133065"/>
                  <a:pt x="12873509" y="1201733"/>
                </a:cubicBezTo>
                <a:lnTo>
                  <a:pt x="12873509" y="1201733"/>
                </a:lnTo>
                <a:cubicBezTo>
                  <a:pt x="13526764" y="2190907"/>
                  <a:pt x="13466392" y="3809816"/>
                  <a:pt x="12873509" y="4837467"/>
                </a:cubicBezTo>
                <a:lnTo>
                  <a:pt x="12873509" y="4837467"/>
                </a:lnTo>
                <a:cubicBezTo>
                  <a:pt x="7108879" y="5104022"/>
                  <a:pt x="1018817" y="4854216"/>
                  <a:pt x="172625" y="4837467"/>
                </a:cubicBezTo>
                <a:lnTo>
                  <a:pt x="172625" y="4837467"/>
                </a:lnTo>
                <a:cubicBezTo>
                  <a:pt x="282896" y="4206677"/>
                  <a:pt x="167848" y="1897505"/>
                  <a:pt x="172625" y="1201733"/>
                </a:cubicBezTo>
                <a:close/>
              </a:path>
            </a:pathLst>
          </a:custGeom>
          <a:solidFill>
            <a:srgbClr val="F8C932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2967545145">
                  <a:custGeom>
                    <a:avLst/>
                    <a:gdLst>
                      <a:gd name="connsiteX0" fmla="*/ 153930 w 13229762"/>
                      <a:gd name="connsiteY0" fmla="*/ 1260153 h 5015579"/>
                      <a:gd name="connsiteX1" fmla="*/ 153930 w 13229762"/>
                      <a:gd name="connsiteY1" fmla="*/ 1260153 h 5015579"/>
                      <a:gd name="connsiteX2" fmla="*/ 12854814 w 13229762"/>
                      <a:gd name="connsiteY2" fmla="*/ 1260153 h 5015579"/>
                      <a:gd name="connsiteX3" fmla="*/ 12854814 w 13229762"/>
                      <a:gd name="connsiteY3" fmla="*/ 1260153 h 5015579"/>
                      <a:gd name="connsiteX4" fmla="*/ 12854814 w 13229762"/>
                      <a:gd name="connsiteY4" fmla="*/ 4895887 h 5015579"/>
                      <a:gd name="connsiteX5" fmla="*/ 12854814 w 13229762"/>
                      <a:gd name="connsiteY5" fmla="*/ 4895887 h 5015579"/>
                      <a:gd name="connsiteX6" fmla="*/ 153930 w 13229762"/>
                      <a:gd name="connsiteY6" fmla="*/ 4895887 h 5015579"/>
                      <a:gd name="connsiteX7" fmla="*/ 153930 w 13229762"/>
                      <a:gd name="connsiteY7" fmla="*/ 4895887 h 5015579"/>
                      <a:gd name="connsiteX8" fmla="*/ 153930 w 13229762"/>
                      <a:gd name="connsiteY8" fmla="*/ 1260153 h 5015579"/>
                      <a:gd name="connsiteX0" fmla="*/ 153930 w 13229762"/>
                      <a:gd name="connsiteY0" fmla="*/ 1260153 h 5015579"/>
                      <a:gd name="connsiteX1" fmla="*/ 153930 w 13229762"/>
                      <a:gd name="connsiteY1" fmla="*/ 1260153 h 5015579"/>
                      <a:gd name="connsiteX2" fmla="*/ 12854814 w 13229762"/>
                      <a:gd name="connsiteY2" fmla="*/ 1260153 h 5015579"/>
                      <a:gd name="connsiteX3" fmla="*/ 12854814 w 13229762"/>
                      <a:gd name="connsiteY3" fmla="*/ 1260153 h 5015579"/>
                      <a:gd name="connsiteX4" fmla="*/ 12854814 w 13229762"/>
                      <a:gd name="connsiteY4" fmla="*/ 4895887 h 5015579"/>
                      <a:gd name="connsiteX5" fmla="*/ 12854814 w 13229762"/>
                      <a:gd name="connsiteY5" fmla="*/ 4895887 h 5015579"/>
                      <a:gd name="connsiteX6" fmla="*/ 153930 w 13229762"/>
                      <a:gd name="connsiteY6" fmla="*/ 4895887 h 5015579"/>
                      <a:gd name="connsiteX7" fmla="*/ 153930 w 13229762"/>
                      <a:gd name="connsiteY7" fmla="*/ 4895887 h 5015579"/>
                      <a:gd name="connsiteX8" fmla="*/ 153930 w 13229762"/>
                      <a:gd name="connsiteY8" fmla="*/ 1260153 h 5015579"/>
                      <a:gd name="connsiteX0" fmla="*/ 153930 w 13229762"/>
                      <a:gd name="connsiteY0" fmla="*/ 1260153 h 5015579"/>
                      <a:gd name="connsiteX1" fmla="*/ 153930 w 13229762"/>
                      <a:gd name="connsiteY1" fmla="*/ 1260153 h 5015579"/>
                      <a:gd name="connsiteX2" fmla="*/ 5647122 w 13229762"/>
                      <a:gd name="connsiteY2" fmla="*/ 1782538 h 5015579"/>
                      <a:gd name="connsiteX3" fmla="*/ 12854814 w 13229762"/>
                      <a:gd name="connsiteY3" fmla="*/ 1260153 h 5015579"/>
                      <a:gd name="connsiteX4" fmla="*/ 12854814 w 13229762"/>
                      <a:gd name="connsiteY4" fmla="*/ 1260153 h 5015579"/>
                      <a:gd name="connsiteX5" fmla="*/ 12854814 w 13229762"/>
                      <a:gd name="connsiteY5" fmla="*/ 4895887 h 5015579"/>
                      <a:gd name="connsiteX6" fmla="*/ 12854814 w 13229762"/>
                      <a:gd name="connsiteY6" fmla="*/ 4895887 h 5015579"/>
                      <a:gd name="connsiteX7" fmla="*/ 153930 w 13229762"/>
                      <a:gd name="connsiteY7" fmla="*/ 4895887 h 5015579"/>
                      <a:gd name="connsiteX8" fmla="*/ 153930 w 13229762"/>
                      <a:gd name="connsiteY8" fmla="*/ 4895887 h 5015579"/>
                      <a:gd name="connsiteX9" fmla="*/ 153930 w 13229762"/>
                      <a:gd name="connsiteY9" fmla="*/ 1260153 h 5015579"/>
                      <a:gd name="connsiteX0" fmla="*/ 153930 w 13229762"/>
                      <a:gd name="connsiteY0" fmla="*/ 1260153 h 5015579"/>
                      <a:gd name="connsiteX1" fmla="*/ 153930 w 13229762"/>
                      <a:gd name="connsiteY1" fmla="*/ 1260153 h 5015579"/>
                      <a:gd name="connsiteX2" fmla="*/ 12854814 w 13229762"/>
                      <a:gd name="connsiteY2" fmla="*/ 1260153 h 5015579"/>
                      <a:gd name="connsiteX3" fmla="*/ 12854814 w 13229762"/>
                      <a:gd name="connsiteY3" fmla="*/ 1260153 h 5015579"/>
                      <a:gd name="connsiteX4" fmla="*/ 12854814 w 13229762"/>
                      <a:gd name="connsiteY4" fmla="*/ 4895887 h 5015579"/>
                      <a:gd name="connsiteX5" fmla="*/ 12854814 w 13229762"/>
                      <a:gd name="connsiteY5" fmla="*/ 4895887 h 5015579"/>
                      <a:gd name="connsiteX6" fmla="*/ 153930 w 13229762"/>
                      <a:gd name="connsiteY6" fmla="*/ 4895887 h 5015579"/>
                      <a:gd name="connsiteX7" fmla="*/ 153930 w 13229762"/>
                      <a:gd name="connsiteY7" fmla="*/ 4895887 h 5015579"/>
                      <a:gd name="connsiteX8" fmla="*/ 153930 w 13229762"/>
                      <a:gd name="connsiteY8" fmla="*/ 1260153 h 5015579"/>
                      <a:gd name="connsiteX0" fmla="*/ 153930 w 13229762"/>
                      <a:gd name="connsiteY0" fmla="*/ 1260153 h 5015579"/>
                      <a:gd name="connsiteX1" fmla="*/ 153930 w 13229762"/>
                      <a:gd name="connsiteY1" fmla="*/ 1260153 h 5015579"/>
                      <a:gd name="connsiteX2" fmla="*/ 12854814 w 13229762"/>
                      <a:gd name="connsiteY2" fmla="*/ 1260153 h 5015579"/>
                      <a:gd name="connsiteX3" fmla="*/ 12854814 w 13229762"/>
                      <a:gd name="connsiteY3" fmla="*/ 1260153 h 5015579"/>
                      <a:gd name="connsiteX4" fmla="*/ 12854814 w 13229762"/>
                      <a:gd name="connsiteY4" fmla="*/ 4895887 h 5015579"/>
                      <a:gd name="connsiteX5" fmla="*/ 12854814 w 13229762"/>
                      <a:gd name="connsiteY5" fmla="*/ 4895887 h 5015579"/>
                      <a:gd name="connsiteX6" fmla="*/ 153930 w 13229762"/>
                      <a:gd name="connsiteY6" fmla="*/ 4895887 h 5015579"/>
                      <a:gd name="connsiteX7" fmla="*/ 153930 w 13229762"/>
                      <a:gd name="connsiteY7" fmla="*/ 4895887 h 5015579"/>
                      <a:gd name="connsiteX8" fmla="*/ 153930 w 13229762"/>
                      <a:gd name="connsiteY8" fmla="*/ 1260153 h 501557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12873509 w 13331020"/>
                      <a:gd name="connsiteY2" fmla="*/ 1201733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4837467 h 5026069"/>
                      <a:gd name="connsiteX5" fmla="*/ 12873509 w 13331020"/>
                      <a:gd name="connsiteY5" fmla="*/ 4837467 h 5026069"/>
                      <a:gd name="connsiteX6" fmla="*/ 172625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1201733 h 502606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12873509 w 13331020"/>
                      <a:gd name="connsiteY2" fmla="*/ 1201733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4837467 h 5026069"/>
                      <a:gd name="connsiteX5" fmla="*/ 12873509 w 13331020"/>
                      <a:gd name="connsiteY5" fmla="*/ 4837467 h 5026069"/>
                      <a:gd name="connsiteX6" fmla="*/ 172625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1201733 h 502606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5665817 w 13331020"/>
                      <a:gd name="connsiteY2" fmla="*/ 1724118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1201733 h 5026069"/>
                      <a:gd name="connsiteX5" fmla="*/ 12873509 w 13331020"/>
                      <a:gd name="connsiteY5" fmla="*/ 4837467 h 5026069"/>
                      <a:gd name="connsiteX6" fmla="*/ 12873509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4837467 h 5026069"/>
                      <a:gd name="connsiteX9" fmla="*/ 172625 w 13331020"/>
                      <a:gd name="connsiteY9" fmla="*/ 1201733 h 502606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12873509 w 13331020"/>
                      <a:gd name="connsiteY2" fmla="*/ 1201733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4837467 h 5026069"/>
                      <a:gd name="connsiteX5" fmla="*/ 12873509 w 13331020"/>
                      <a:gd name="connsiteY5" fmla="*/ 4837467 h 5026069"/>
                      <a:gd name="connsiteX6" fmla="*/ 172625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1201733 h 502606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12873509 w 13331020"/>
                      <a:gd name="connsiteY2" fmla="*/ 1201733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4837467 h 5026069"/>
                      <a:gd name="connsiteX5" fmla="*/ 12873509 w 13331020"/>
                      <a:gd name="connsiteY5" fmla="*/ 4837467 h 5026069"/>
                      <a:gd name="connsiteX6" fmla="*/ 172625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1201733 h 502606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12873509 w 13331020"/>
                      <a:gd name="connsiteY2" fmla="*/ 1201733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4837467 h 5026069"/>
                      <a:gd name="connsiteX5" fmla="*/ 12873509 w 13331020"/>
                      <a:gd name="connsiteY5" fmla="*/ 4837467 h 5026069"/>
                      <a:gd name="connsiteX6" fmla="*/ 172625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1201733 h 50260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331020" h="5026069" fill="none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2951635" y="1718756"/>
                          <a:pt x="2837500" y="-1134337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3537958" y="2148428"/>
                          <a:pt x="13426554" y="3778759"/>
                          <a:pt x="12873509" y="4837467"/>
                        </a:cubicBezTo>
                        <a:lnTo>
                          <a:pt x="12873509" y="4837467"/>
                        </a:lnTo>
                        <a:cubicBezTo>
                          <a:pt x="7066394" y="5149578"/>
                          <a:pt x="1037799" y="4832280"/>
                          <a:pt x="172625" y="4837467"/>
                        </a:cubicBezTo>
                        <a:lnTo>
                          <a:pt x="172625" y="4837467"/>
                        </a:lnTo>
                        <a:cubicBezTo>
                          <a:pt x="403878" y="4206328"/>
                          <a:pt x="230452" y="1810718"/>
                          <a:pt x="172625" y="1201733"/>
                        </a:cubicBezTo>
                        <a:close/>
                      </a:path>
                      <a:path w="13331020" h="5026069" stroke="0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2836626" y="974359"/>
                          <a:pt x="8071537" y="1958439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2639437" y="2157920"/>
                          <a:pt x="12876524" y="4632859"/>
                          <a:pt x="12873509" y="4837467"/>
                        </a:cubicBezTo>
                        <a:lnTo>
                          <a:pt x="12873509" y="4837467"/>
                        </a:lnTo>
                        <a:cubicBezTo>
                          <a:pt x="12522348" y="4758547"/>
                          <a:pt x="2756579" y="5298830"/>
                          <a:pt x="172625" y="4837467"/>
                        </a:cubicBezTo>
                        <a:lnTo>
                          <a:pt x="172625" y="4837467"/>
                        </a:lnTo>
                        <a:cubicBezTo>
                          <a:pt x="254920" y="3650686"/>
                          <a:pt x="-254060" y="1904740"/>
                          <a:pt x="172625" y="1201733"/>
                        </a:cubicBezTo>
                        <a:close/>
                      </a:path>
                      <a:path w="13331020" h="5026069" fill="none" stroke="0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1058316" y="1277245"/>
                          <a:pt x="2445591" y="1326155"/>
                          <a:pt x="5665817" y="1724118"/>
                        </a:cubicBezTo>
                        <a:cubicBezTo>
                          <a:pt x="7818509" y="1648402"/>
                          <a:pt x="11649470" y="1114168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2964854" y="1940923"/>
                          <a:pt x="12815566" y="3203659"/>
                          <a:pt x="12873509" y="4837467"/>
                        </a:cubicBezTo>
                        <a:lnTo>
                          <a:pt x="12873509" y="4837467"/>
                        </a:lnTo>
                        <a:cubicBezTo>
                          <a:pt x="7795829" y="4693516"/>
                          <a:pt x="4527114" y="4233314"/>
                          <a:pt x="172625" y="4837467"/>
                        </a:cubicBezTo>
                        <a:lnTo>
                          <a:pt x="172625" y="4837467"/>
                        </a:lnTo>
                        <a:cubicBezTo>
                          <a:pt x="432145" y="4136445"/>
                          <a:pt x="79065" y="2058749"/>
                          <a:pt x="172625" y="1201733"/>
                        </a:cubicBezTo>
                        <a:close/>
                      </a:path>
                      <a:path w="13331020" h="5026069" fill="none" stroke="0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3423233" y="1585694"/>
                          <a:pt x="7556532" y="-1684246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2848006" y="2470534"/>
                          <a:pt x="13067780" y="3572867"/>
                          <a:pt x="12873509" y="4837467"/>
                        </a:cubicBezTo>
                        <a:lnTo>
                          <a:pt x="12873509" y="4837467"/>
                        </a:lnTo>
                        <a:cubicBezTo>
                          <a:pt x="7338535" y="4937299"/>
                          <a:pt x="1129129" y="5058247"/>
                          <a:pt x="172625" y="4837467"/>
                        </a:cubicBezTo>
                        <a:lnTo>
                          <a:pt x="172625" y="4837467"/>
                        </a:lnTo>
                        <a:cubicBezTo>
                          <a:pt x="60295" y="4080042"/>
                          <a:pt x="147703" y="2084923"/>
                          <a:pt x="172625" y="1201733"/>
                        </a:cubicBezTo>
                        <a:close/>
                      </a:path>
                      <a:path w="13331020" h="5026069" fill="none" stroke="0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3045246" y="1752850"/>
                          <a:pt x="2873811" y="-1759145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3166751" y="2058279"/>
                          <a:pt x="13276141" y="3660974"/>
                          <a:pt x="12873509" y="4837467"/>
                        </a:cubicBezTo>
                        <a:lnTo>
                          <a:pt x="12873509" y="4837467"/>
                        </a:lnTo>
                        <a:lnTo>
                          <a:pt x="172625" y="4837467"/>
                        </a:lnTo>
                        <a:lnTo>
                          <a:pt x="172625" y="4837467"/>
                        </a:lnTo>
                        <a:cubicBezTo>
                          <a:pt x="196096" y="4152942"/>
                          <a:pt x="123970" y="2014995"/>
                          <a:pt x="172625" y="1201733"/>
                        </a:cubicBezTo>
                        <a:close/>
                      </a:path>
                      <a:path w="13331020" h="5026069" fill="none" stroke="0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2758044" y="1826091"/>
                          <a:pt x="2795006" y="-1274433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3379586" y="2243017"/>
                          <a:pt x="13399062" y="3730054"/>
                          <a:pt x="12873509" y="4837467"/>
                        </a:cubicBezTo>
                        <a:lnTo>
                          <a:pt x="12873509" y="4837467"/>
                        </a:lnTo>
                        <a:cubicBezTo>
                          <a:pt x="7262009" y="4959329"/>
                          <a:pt x="1022243" y="4902970"/>
                          <a:pt x="172625" y="4837467"/>
                        </a:cubicBezTo>
                        <a:lnTo>
                          <a:pt x="172625" y="4837467"/>
                        </a:lnTo>
                        <a:cubicBezTo>
                          <a:pt x="283732" y="4194063"/>
                          <a:pt x="165959" y="1905856"/>
                          <a:pt x="172625" y="1201733"/>
                        </a:cubicBezTo>
                        <a:close/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כותרת 1">
            <a:extLst>
              <a:ext uri="{FF2B5EF4-FFF2-40B4-BE49-F238E27FC236}">
                <a16:creationId xmlns:a16="http://schemas.microsoft.com/office/drawing/2014/main" id="{F3444A76-80A7-0E30-CBBA-D48E92C5D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0901" y="17123"/>
            <a:ext cx="7231058" cy="1325563"/>
          </a:xfrm>
          <a:noFill/>
        </p:spPr>
        <p:txBody>
          <a:bodyPr>
            <a:normAutofit/>
          </a:bodyPr>
          <a:lstStyle/>
          <a:p>
            <a:r>
              <a:rPr lang="he-IL" sz="40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פיצול לאובייקטים </a:t>
            </a:r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F1560C22-B58B-ACFA-49A6-FFE8F900A9B5}"/>
              </a:ext>
            </a:extLst>
          </p:cNvPr>
          <p:cNvSpPr txBox="1"/>
          <p:nvPr/>
        </p:nvSpPr>
        <p:spPr>
          <a:xfrm>
            <a:off x="8276430" y="6533100"/>
            <a:ext cx="38223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400" dirty="0">
                <a:hlinkClick r:id="rId4"/>
              </a:rPr>
              <a:t>הורדת קובץ </a:t>
            </a:r>
            <a:r>
              <a:rPr lang="he-IL" sz="1400" dirty="0" err="1">
                <a:hlinkClick r:id="rId4"/>
              </a:rPr>
              <a:t>אילוסטרייטור</a:t>
            </a:r>
            <a:r>
              <a:rPr lang="he-IL" sz="1400" dirty="0">
                <a:hlinkClick r:id="rId4"/>
              </a:rPr>
              <a:t> מוכן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1622416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14450-5323-397D-B8A5-1E848E6C0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1">
            <a:extLst>
              <a:ext uri="{FF2B5EF4-FFF2-40B4-BE49-F238E27FC236}">
                <a16:creationId xmlns:a16="http://schemas.microsoft.com/office/drawing/2014/main" id="{4013E458-9BA4-2A7F-C991-D62B1B358900}"/>
              </a:ext>
            </a:extLst>
          </p:cNvPr>
          <p:cNvSpPr txBox="1">
            <a:spLocks/>
          </p:cNvSpPr>
          <p:nvPr/>
        </p:nvSpPr>
        <p:spPr>
          <a:xfrm>
            <a:off x="7289800" y="993539"/>
            <a:ext cx="4886135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מלבן 23">
            <a:extLst>
              <a:ext uri="{FF2B5EF4-FFF2-40B4-BE49-F238E27FC236}">
                <a16:creationId xmlns:a16="http://schemas.microsoft.com/office/drawing/2014/main" id="{BAEB15FF-3F3D-4A6A-CEDF-F0963DCD0A37}"/>
              </a:ext>
            </a:extLst>
          </p:cNvPr>
          <p:cNvSpPr/>
          <p:nvPr/>
        </p:nvSpPr>
        <p:spPr>
          <a:xfrm>
            <a:off x="7467600" y="-284202"/>
            <a:ext cx="7373510" cy="7426404"/>
          </a:xfrm>
          <a:custGeom>
            <a:avLst/>
            <a:gdLst>
              <a:gd name="connsiteX0" fmla="*/ 0 w 7373510"/>
              <a:gd name="connsiteY0" fmla="*/ 0 h 7426404"/>
              <a:gd name="connsiteX1" fmla="*/ 7373510 w 7373510"/>
              <a:gd name="connsiteY1" fmla="*/ 0 h 7426404"/>
              <a:gd name="connsiteX2" fmla="*/ 7373510 w 7373510"/>
              <a:gd name="connsiteY2" fmla="*/ 7426404 h 7426404"/>
              <a:gd name="connsiteX3" fmla="*/ 0 w 7373510"/>
              <a:gd name="connsiteY3" fmla="*/ 7426404 h 7426404"/>
              <a:gd name="connsiteX4" fmla="*/ 0 w 7373510"/>
              <a:gd name="connsiteY4" fmla="*/ 0 h 7426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3510" h="7426404" fill="none" extrusionOk="0">
                <a:moveTo>
                  <a:pt x="0" y="0"/>
                </a:moveTo>
                <a:cubicBezTo>
                  <a:pt x="2651057" y="104947"/>
                  <a:pt x="5477389" y="-109486"/>
                  <a:pt x="7373510" y="0"/>
                </a:cubicBezTo>
                <a:cubicBezTo>
                  <a:pt x="7445210" y="2445681"/>
                  <a:pt x="7339355" y="5003419"/>
                  <a:pt x="7373510" y="7426404"/>
                </a:cubicBezTo>
                <a:cubicBezTo>
                  <a:pt x="4446148" y="7579509"/>
                  <a:pt x="1402146" y="7522807"/>
                  <a:pt x="0" y="7426404"/>
                </a:cubicBezTo>
                <a:cubicBezTo>
                  <a:pt x="81460" y="5800353"/>
                  <a:pt x="-68708" y="1913191"/>
                  <a:pt x="0" y="0"/>
                </a:cubicBezTo>
                <a:close/>
              </a:path>
              <a:path w="7373510" h="7426404" stroke="0" extrusionOk="0">
                <a:moveTo>
                  <a:pt x="0" y="0"/>
                </a:moveTo>
                <a:cubicBezTo>
                  <a:pt x="3277849" y="134038"/>
                  <a:pt x="4358334" y="-132208"/>
                  <a:pt x="7373510" y="0"/>
                </a:cubicBezTo>
                <a:cubicBezTo>
                  <a:pt x="7321581" y="3580971"/>
                  <a:pt x="7540667" y="4547406"/>
                  <a:pt x="7373510" y="7426404"/>
                </a:cubicBezTo>
                <a:cubicBezTo>
                  <a:pt x="5778259" y="7480276"/>
                  <a:pt x="3309177" y="7466994"/>
                  <a:pt x="0" y="7426404"/>
                </a:cubicBezTo>
                <a:cubicBezTo>
                  <a:pt x="55761" y="6271536"/>
                  <a:pt x="123027" y="3127493"/>
                  <a:pt x="0" y="0"/>
                </a:cubicBezTo>
                <a:close/>
              </a:path>
            </a:pathLst>
          </a:custGeom>
          <a:solidFill>
            <a:srgbClr val="F8C932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2907785171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DABCBB23-CAB6-C8B5-F53E-18EA2C4B93B3}"/>
              </a:ext>
            </a:extLst>
          </p:cNvPr>
          <p:cNvSpPr txBox="1">
            <a:spLocks/>
          </p:cNvSpPr>
          <p:nvPr/>
        </p:nvSpPr>
        <p:spPr>
          <a:xfrm>
            <a:off x="7723161" y="993539"/>
            <a:ext cx="4205314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r>
              <a:rPr lang="he-IL" sz="40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התאמת גודל</a:t>
            </a:r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A42059-170C-FB7D-0681-2380B5307201}"/>
              </a:ext>
            </a:extLst>
          </p:cNvPr>
          <p:cNvSpPr txBox="1"/>
          <p:nvPr/>
        </p:nvSpPr>
        <p:spPr>
          <a:xfrm>
            <a:off x="7723161" y="2319102"/>
            <a:ext cx="4205314" cy="18985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he-IL" sz="1600" b="0" dirty="0"/>
              <a:t>כדי שלא יהיו לנו קפיצות של גודל המקום, ניצור משטחים מתאימים לכל </a:t>
            </a:r>
            <a:r>
              <a:rPr lang="he-IL" sz="1600" dirty="0"/>
              <a:t>פריים של אובייקט </a:t>
            </a:r>
            <a:r>
              <a:rPr lang="he-IL" sz="1600" dirty="0" err="1"/>
              <a:t>מסויים</a:t>
            </a:r>
            <a:r>
              <a:rPr lang="he-IL" sz="1600" dirty="0"/>
              <a:t> ואליהם ניישר את האובייקט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he-IL" sz="1600" dirty="0"/>
              <a:t>נשתמש בכלי </a:t>
            </a:r>
            <a:r>
              <a:rPr lang="en-US" sz="1600" b="1" dirty="0"/>
              <a:t>Artboard tool</a:t>
            </a:r>
            <a:endParaRPr lang="he-IL" sz="16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he-IL" sz="1600" b="0" dirty="0"/>
          </a:p>
        </p:txBody>
      </p:sp>
      <p:grpSp>
        <p:nvGrpSpPr>
          <p:cNvPr id="5" name="קבוצה 4">
            <a:extLst>
              <a:ext uri="{FF2B5EF4-FFF2-40B4-BE49-F238E27FC236}">
                <a16:creationId xmlns:a16="http://schemas.microsoft.com/office/drawing/2014/main" id="{17896965-90F8-2DA9-1963-89FC75384F38}"/>
              </a:ext>
            </a:extLst>
          </p:cNvPr>
          <p:cNvGrpSpPr/>
          <p:nvPr/>
        </p:nvGrpSpPr>
        <p:grpSpPr>
          <a:xfrm>
            <a:off x="2009738" y="-100446"/>
            <a:ext cx="3510000" cy="7058891"/>
            <a:chOff x="2158538" y="326279"/>
            <a:chExt cx="3221164" cy="6478018"/>
          </a:xfrm>
        </p:grpSpPr>
        <p:pic>
          <p:nvPicPr>
            <p:cNvPr id="14" name="תמונה 13">
              <a:extLst>
                <a:ext uri="{FF2B5EF4-FFF2-40B4-BE49-F238E27FC236}">
                  <a16:creationId xmlns:a16="http://schemas.microsoft.com/office/drawing/2014/main" id="{054067DA-8876-2C2B-10D9-C6222CE6C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8538" y="326279"/>
              <a:ext cx="3221164" cy="647801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מלבן 14">
              <a:extLst>
                <a:ext uri="{FF2B5EF4-FFF2-40B4-BE49-F238E27FC236}">
                  <a16:creationId xmlns:a16="http://schemas.microsoft.com/office/drawing/2014/main" id="{016E6CAE-2965-B3B3-394A-F943D4A79F25}"/>
                </a:ext>
              </a:extLst>
            </p:cNvPr>
            <p:cNvSpPr/>
            <p:nvPr/>
          </p:nvSpPr>
          <p:spPr>
            <a:xfrm>
              <a:off x="2378137" y="3046955"/>
              <a:ext cx="456819" cy="327244"/>
            </a:xfrm>
            <a:prstGeom prst="rect">
              <a:avLst/>
            </a:prstGeom>
            <a:noFill/>
            <a:ln w="38100">
              <a:solidFill>
                <a:srgbClr val="F8C93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</p:grp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DFD22B34-485C-7196-EA7D-B55145EB096F}"/>
              </a:ext>
            </a:extLst>
          </p:cNvPr>
          <p:cNvSpPr txBox="1"/>
          <p:nvPr/>
        </p:nvSpPr>
        <p:spPr>
          <a:xfrm>
            <a:off x="8276430" y="6533100"/>
            <a:ext cx="38223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400" dirty="0">
                <a:hlinkClick r:id="rId3"/>
              </a:rPr>
              <a:t>הורדת קובץ </a:t>
            </a:r>
            <a:r>
              <a:rPr lang="he-IL" sz="1400" dirty="0" err="1">
                <a:hlinkClick r:id="rId3"/>
              </a:rPr>
              <a:t>אילוסטרייטור</a:t>
            </a:r>
            <a:r>
              <a:rPr lang="he-IL" sz="1400" dirty="0">
                <a:hlinkClick r:id="rId3"/>
              </a:rPr>
              <a:t> מוכן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2022728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387A0-BBCC-AED1-0A14-B4300723D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rtboardtool">
            <a:hlinkClick r:id="" action="ppaction://media"/>
            <a:extLst>
              <a:ext uri="{FF2B5EF4-FFF2-40B4-BE49-F238E27FC236}">
                <a16:creationId xmlns:a16="http://schemas.microsoft.com/office/drawing/2014/main" id="{B920EB83-D5B3-70CA-CADB-0009BD5FFD3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302246"/>
            <a:ext cx="12192000" cy="6858000"/>
          </a:xfrm>
          <a:prstGeom prst="rect">
            <a:avLst/>
          </a:prstGeom>
        </p:spPr>
      </p:pic>
      <p:sp>
        <p:nvSpPr>
          <p:cNvPr id="10" name="!!מלבן!!">
            <a:extLst>
              <a:ext uri="{FF2B5EF4-FFF2-40B4-BE49-F238E27FC236}">
                <a16:creationId xmlns:a16="http://schemas.microsoft.com/office/drawing/2014/main" id="{4075F7F2-055A-B351-AAD9-C59AC09BFB25}"/>
              </a:ext>
            </a:extLst>
          </p:cNvPr>
          <p:cNvSpPr/>
          <p:nvPr/>
        </p:nvSpPr>
        <p:spPr>
          <a:xfrm rot="10800000" flipH="1">
            <a:off x="-280153" y="-2210788"/>
            <a:ext cx="13331020" cy="5026069"/>
          </a:xfrm>
          <a:custGeom>
            <a:avLst/>
            <a:gdLst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12873509 w 13331020"/>
              <a:gd name="connsiteY2" fmla="*/ 1201733 h 5026069"/>
              <a:gd name="connsiteX3" fmla="*/ 12873509 w 13331020"/>
              <a:gd name="connsiteY3" fmla="*/ 1201733 h 5026069"/>
              <a:gd name="connsiteX4" fmla="*/ 12873509 w 13331020"/>
              <a:gd name="connsiteY4" fmla="*/ 4837467 h 5026069"/>
              <a:gd name="connsiteX5" fmla="*/ 12873509 w 13331020"/>
              <a:gd name="connsiteY5" fmla="*/ 4837467 h 5026069"/>
              <a:gd name="connsiteX6" fmla="*/ 172625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1201733 h 5026069"/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12873509 w 13331020"/>
              <a:gd name="connsiteY2" fmla="*/ 1201733 h 5026069"/>
              <a:gd name="connsiteX3" fmla="*/ 12873509 w 13331020"/>
              <a:gd name="connsiteY3" fmla="*/ 1201733 h 5026069"/>
              <a:gd name="connsiteX4" fmla="*/ 12873509 w 13331020"/>
              <a:gd name="connsiteY4" fmla="*/ 4837467 h 5026069"/>
              <a:gd name="connsiteX5" fmla="*/ 12873509 w 13331020"/>
              <a:gd name="connsiteY5" fmla="*/ 4837467 h 5026069"/>
              <a:gd name="connsiteX6" fmla="*/ 172625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1201733 h 5026069"/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5665817 w 13331020"/>
              <a:gd name="connsiteY2" fmla="*/ 1724118 h 5026069"/>
              <a:gd name="connsiteX3" fmla="*/ 12873509 w 13331020"/>
              <a:gd name="connsiteY3" fmla="*/ 1201733 h 5026069"/>
              <a:gd name="connsiteX4" fmla="*/ 12873509 w 13331020"/>
              <a:gd name="connsiteY4" fmla="*/ 1201733 h 5026069"/>
              <a:gd name="connsiteX5" fmla="*/ 12873509 w 13331020"/>
              <a:gd name="connsiteY5" fmla="*/ 4837467 h 5026069"/>
              <a:gd name="connsiteX6" fmla="*/ 12873509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4837467 h 5026069"/>
              <a:gd name="connsiteX9" fmla="*/ 172625 w 13331020"/>
              <a:gd name="connsiteY9" fmla="*/ 1201733 h 5026069"/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12873509 w 13331020"/>
              <a:gd name="connsiteY2" fmla="*/ 1201733 h 5026069"/>
              <a:gd name="connsiteX3" fmla="*/ 12873509 w 13331020"/>
              <a:gd name="connsiteY3" fmla="*/ 1201733 h 5026069"/>
              <a:gd name="connsiteX4" fmla="*/ 12873509 w 13331020"/>
              <a:gd name="connsiteY4" fmla="*/ 4837467 h 5026069"/>
              <a:gd name="connsiteX5" fmla="*/ 12873509 w 13331020"/>
              <a:gd name="connsiteY5" fmla="*/ 4837467 h 5026069"/>
              <a:gd name="connsiteX6" fmla="*/ 172625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1201733 h 5026069"/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12873509 w 13331020"/>
              <a:gd name="connsiteY2" fmla="*/ 1201733 h 5026069"/>
              <a:gd name="connsiteX3" fmla="*/ 12873509 w 13331020"/>
              <a:gd name="connsiteY3" fmla="*/ 1201733 h 5026069"/>
              <a:gd name="connsiteX4" fmla="*/ 12873509 w 13331020"/>
              <a:gd name="connsiteY4" fmla="*/ 4837467 h 5026069"/>
              <a:gd name="connsiteX5" fmla="*/ 12873509 w 13331020"/>
              <a:gd name="connsiteY5" fmla="*/ 4837467 h 5026069"/>
              <a:gd name="connsiteX6" fmla="*/ 172625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1201733 h 5026069"/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12873509 w 13331020"/>
              <a:gd name="connsiteY2" fmla="*/ 1201733 h 5026069"/>
              <a:gd name="connsiteX3" fmla="*/ 12873509 w 13331020"/>
              <a:gd name="connsiteY3" fmla="*/ 1201733 h 5026069"/>
              <a:gd name="connsiteX4" fmla="*/ 12873509 w 13331020"/>
              <a:gd name="connsiteY4" fmla="*/ 4837467 h 5026069"/>
              <a:gd name="connsiteX5" fmla="*/ 12873509 w 13331020"/>
              <a:gd name="connsiteY5" fmla="*/ 4837467 h 5026069"/>
              <a:gd name="connsiteX6" fmla="*/ 172625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1201733 h 5026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31020" h="5026069" fill="none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2862709" y="2065454"/>
                  <a:pt x="2972095" y="-901328"/>
                  <a:pt x="12873509" y="1201733"/>
                </a:cubicBezTo>
                <a:lnTo>
                  <a:pt x="12873509" y="1201733"/>
                </a:lnTo>
                <a:cubicBezTo>
                  <a:pt x="13582850" y="2142531"/>
                  <a:pt x="13506706" y="3868532"/>
                  <a:pt x="12873509" y="4837467"/>
                </a:cubicBezTo>
                <a:lnTo>
                  <a:pt x="12873509" y="4837467"/>
                </a:lnTo>
                <a:cubicBezTo>
                  <a:pt x="6953006" y="5240736"/>
                  <a:pt x="997315" y="4829353"/>
                  <a:pt x="172625" y="4837467"/>
                </a:cubicBezTo>
                <a:lnTo>
                  <a:pt x="172625" y="4837467"/>
                </a:lnTo>
                <a:cubicBezTo>
                  <a:pt x="511602" y="4259416"/>
                  <a:pt x="232588" y="1802238"/>
                  <a:pt x="172625" y="1201733"/>
                </a:cubicBezTo>
                <a:close/>
              </a:path>
              <a:path w="13331020" h="5026069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3085760" y="951021"/>
                  <a:pt x="8759782" y="2466869"/>
                  <a:pt x="12873509" y="1201733"/>
                </a:cubicBezTo>
                <a:lnTo>
                  <a:pt x="12873509" y="1201733"/>
                </a:lnTo>
                <a:cubicBezTo>
                  <a:pt x="12629123" y="2169774"/>
                  <a:pt x="12873360" y="4656090"/>
                  <a:pt x="12873509" y="4837467"/>
                </a:cubicBezTo>
                <a:lnTo>
                  <a:pt x="12873509" y="4837467"/>
                </a:lnTo>
                <a:cubicBezTo>
                  <a:pt x="12597468" y="4754124"/>
                  <a:pt x="2939750" y="5447711"/>
                  <a:pt x="172625" y="4837467"/>
                </a:cubicBezTo>
                <a:lnTo>
                  <a:pt x="172625" y="4837467"/>
                </a:lnTo>
                <a:cubicBezTo>
                  <a:pt x="249238" y="3605529"/>
                  <a:pt x="-297669" y="1895189"/>
                  <a:pt x="172625" y="1201733"/>
                </a:cubicBezTo>
                <a:close/>
              </a:path>
              <a:path w="13331020" h="5026069" fill="none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1058754" y="1375957"/>
                  <a:pt x="2486118" y="1194260"/>
                  <a:pt x="5665817" y="1724118"/>
                </a:cubicBezTo>
                <a:cubicBezTo>
                  <a:pt x="7857638" y="1565825"/>
                  <a:pt x="11652773" y="1073802"/>
                  <a:pt x="12873509" y="1201733"/>
                </a:cubicBezTo>
                <a:lnTo>
                  <a:pt x="12873509" y="1201733"/>
                </a:lnTo>
                <a:cubicBezTo>
                  <a:pt x="13115826" y="1857047"/>
                  <a:pt x="12644065" y="3187333"/>
                  <a:pt x="12873509" y="4837467"/>
                </a:cubicBezTo>
                <a:lnTo>
                  <a:pt x="12873509" y="4837467"/>
                </a:lnTo>
                <a:cubicBezTo>
                  <a:pt x="8357774" y="4871217"/>
                  <a:pt x="4726949" y="3943460"/>
                  <a:pt x="172625" y="4837467"/>
                </a:cubicBezTo>
                <a:lnTo>
                  <a:pt x="172625" y="4837467"/>
                </a:lnTo>
                <a:cubicBezTo>
                  <a:pt x="487818" y="4109869"/>
                  <a:pt x="51902" y="2067731"/>
                  <a:pt x="172625" y="1201733"/>
                </a:cubicBezTo>
                <a:close/>
              </a:path>
              <a:path w="13331020" h="5026069" fill="none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3632539" y="2114662"/>
                  <a:pt x="6609668" y="-1819005"/>
                  <a:pt x="12873509" y="1201733"/>
                </a:cubicBezTo>
                <a:lnTo>
                  <a:pt x="12873509" y="1201733"/>
                </a:lnTo>
                <a:cubicBezTo>
                  <a:pt x="12801954" y="2618597"/>
                  <a:pt x="12917174" y="3621537"/>
                  <a:pt x="12873509" y="4837467"/>
                </a:cubicBezTo>
                <a:lnTo>
                  <a:pt x="12873509" y="4837467"/>
                </a:lnTo>
                <a:cubicBezTo>
                  <a:pt x="7171208" y="5026770"/>
                  <a:pt x="1117865" y="5183039"/>
                  <a:pt x="172625" y="4837467"/>
                </a:cubicBezTo>
                <a:lnTo>
                  <a:pt x="172625" y="4837467"/>
                </a:lnTo>
                <a:cubicBezTo>
                  <a:pt x="91607" y="4041730"/>
                  <a:pt x="125993" y="2108372"/>
                  <a:pt x="172625" y="1201733"/>
                </a:cubicBezTo>
                <a:close/>
              </a:path>
              <a:path w="13331020" h="5026069" fill="none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3382029" y="1656241"/>
                  <a:pt x="2387398" y="-2066341"/>
                  <a:pt x="12873509" y="1201733"/>
                </a:cubicBezTo>
                <a:lnTo>
                  <a:pt x="12873509" y="1201733"/>
                </a:lnTo>
                <a:cubicBezTo>
                  <a:pt x="13169177" y="2043403"/>
                  <a:pt x="13146006" y="3764783"/>
                  <a:pt x="12873509" y="4837467"/>
                </a:cubicBezTo>
                <a:lnTo>
                  <a:pt x="12873509" y="4837467"/>
                </a:lnTo>
                <a:cubicBezTo>
                  <a:pt x="10653315" y="4990766"/>
                  <a:pt x="4765726" y="4832527"/>
                  <a:pt x="172625" y="4837467"/>
                </a:cubicBezTo>
                <a:lnTo>
                  <a:pt x="172625" y="4837467"/>
                </a:lnTo>
                <a:cubicBezTo>
                  <a:pt x="46033" y="4207275"/>
                  <a:pt x="27985" y="2098178"/>
                  <a:pt x="172625" y="1201733"/>
                </a:cubicBezTo>
                <a:close/>
              </a:path>
              <a:path w="13331020" h="5026069" fill="none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2914507" y="1644468"/>
                  <a:pt x="3047899" y="-1071906"/>
                  <a:pt x="12873509" y="1201733"/>
                </a:cubicBezTo>
                <a:lnTo>
                  <a:pt x="12873509" y="1201733"/>
                </a:lnTo>
                <a:cubicBezTo>
                  <a:pt x="13295710" y="2242014"/>
                  <a:pt x="13572032" y="3581992"/>
                  <a:pt x="12873509" y="4837467"/>
                </a:cubicBezTo>
                <a:lnTo>
                  <a:pt x="12873509" y="4837467"/>
                </a:lnTo>
                <a:cubicBezTo>
                  <a:pt x="7255671" y="4978022"/>
                  <a:pt x="1087625" y="4948804"/>
                  <a:pt x="172625" y="4837467"/>
                </a:cubicBezTo>
                <a:lnTo>
                  <a:pt x="172625" y="4837467"/>
                </a:lnTo>
                <a:cubicBezTo>
                  <a:pt x="356958" y="4082637"/>
                  <a:pt x="54214" y="1938133"/>
                  <a:pt x="172625" y="1201733"/>
                </a:cubicBezTo>
                <a:close/>
              </a:path>
              <a:path w="13331020" h="5026069" fill="none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2858453" y="1856927"/>
                  <a:pt x="2878260" y="-1133065"/>
                  <a:pt x="12873509" y="1201733"/>
                </a:cubicBezTo>
                <a:lnTo>
                  <a:pt x="12873509" y="1201733"/>
                </a:lnTo>
                <a:cubicBezTo>
                  <a:pt x="13526764" y="2190907"/>
                  <a:pt x="13466392" y="3809816"/>
                  <a:pt x="12873509" y="4837467"/>
                </a:cubicBezTo>
                <a:lnTo>
                  <a:pt x="12873509" y="4837467"/>
                </a:lnTo>
                <a:cubicBezTo>
                  <a:pt x="7108879" y="5104022"/>
                  <a:pt x="1018817" y="4854216"/>
                  <a:pt x="172625" y="4837467"/>
                </a:cubicBezTo>
                <a:lnTo>
                  <a:pt x="172625" y="4837467"/>
                </a:lnTo>
                <a:cubicBezTo>
                  <a:pt x="282896" y="4206677"/>
                  <a:pt x="167848" y="1897505"/>
                  <a:pt x="172625" y="1201733"/>
                </a:cubicBezTo>
                <a:close/>
              </a:path>
            </a:pathLst>
          </a:custGeom>
          <a:solidFill>
            <a:srgbClr val="F8C932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2967545145">
                  <a:custGeom>
                    <a:avLst/>
                    <a:gdLst>
                      <a:gd name="connsiteX0" fmla="*/ 153930 w 13229762"/>
                      <a:gd name="connsiteY0" fmla="*/ 1260153 h 5015579"/>
                      <a:gd name="connsiteX1" fmla="*/ 153930 w 13229762"/>
                      <a:gd name="connsiteY1" fmla="*/ 1260153 h 5015579"/>
                      <a:gd name="connsiteX2" fmla="*/ 12854814 w 13229762"/>
                      <a:gd name="connsiteY2" fmla="*/ 1260153 h 5015579"/>
                      <a:gd name="connsiteX3" fmla="*/ 12854814 w 13229762"/>
                      <a:gd name="connsiteY3" fmla="*/ 1260153 h 5015579"/>
                      <a:gd name="connsiteX4" fmla="*/ 12854814 w 13229762"/>
                      <a:gd name="connsiteY4" fmla="*/ 4895887 h 5015579"/>
                      <a:gd name="connsiteX5" fmla="*/ 12854814 w 13229762"/>
                      <a:gd name="connsiteY5" fmla="*/ 4895887 h 5015579"/>
                      <a:gd name="connsiteX6" fmla="*/ 153930 w 13229762"/>
                      <a:gd name="connsiteY6" fmla="*/ 4895887 h 5015579"/>
                      <a:gd name="connsiteX7" fmla="*/ 153930 w 13229762"/>
                      <a:gd name="connsiteY7" fmla="*/ 4895887 h 5015579"/>
                      <a:gd name="connsiteX8" fmla="*/ 153930 w 13229762"/>
                      <a:gd name="connsiteY8" fmla="*/ 1260153 h 5015579"/>
                      <a:gd name="connsiteX0" fmla="*/ 153930 w 13229762"/>
                      <a:gd name="connsiteY0" fmla="*/ 1260153 h 5015579"/>
                      <a:gd name="connsiteX1" fmla="*/ 153930 w 13229762"/>
                      <a:gd name="connsiteY1" fmla="*/ 1260153 h 5015579"/>
                      <a:gd name="connsiteX2" fmla="*/ 12854814 w 13229762"/>
                      <a:gd name="connsiteY2" fmla="*/ 1260153 h 5015579"/>
                      <a:gd name="connsiteX3" fmla="*/ 12854814 w 13229762"/>
                      <a:gd name="connsiteY3" fmla="*/ 1260153 h 5015579"/>
                      <a:gd name="connsiteX4" fmla="*/ 12854814 w 13229762"/>
                      <a:gd name="connsiteY4" fmla="*/ 4895887 h 5015579"/>
                      <a:gd name="connsiteX5" fmla="*/ 12854814 w 13229762"/>
                      <a:gd name="connsiteY5" fmla="*/ 4895887 h 5015579"/>
                      <a:gd name="connsiteX6" fmla="*/ 153930 w 13229762"/>
                      <a:gd name="connsiteY6" fmla="*/ 4895887 h 5015579"/>
                      <a:gd name="connsiteX7" fmla="*/ 153930 w 13229762"/>
                      <a:gd name="connsiteY7" fmla="*/ 4895887 h 5015579"/>
                      <a:gd name="connsiteX8" fmla="*/ 153930 w 13229762"/>
                      <a:gd name="connsiteY8" fmla="*/ 1260153 h 5015579"/>
                      <a:gd name="connsiteX0" fmla="*/ 153930 w 13229762"/>
                      <a:gd name="connsiteY0" fmla="*/ 1260153 h 5015579"/>
                      <a:gd name="connsiteX1" fmla="*/ 153930 w 13229762"/>
                      <a:gd name="connsiteY1" fmla="*/ 1260153 h 5015579"/>
                      <a:gd name="connsiteX2" fmla="*/ 5647122 w 13229762"/>
                      <a:gd name="connsiteY2" fmla="*/ 1782538 h 5015579"/>
                      <a:gd name="connsiteX3" fmla="*/ 12854814 w 13229762"/>
                      <a:gd name="connsiteY3" fmla="*/ 1260153 h 5015579"/>
                      <a:gd name="connsiteX4" fmla="*/ 12854814 w 13229762"/>
                      <a:gd name="connsiteY4" fmla="*/ 1260153 h 5015579"/>
                      <a:gd name="connsiteX5" fmla="*/ 12854814 w 13229762"/>
                      <a:gd name="connsiteY5" fmla="*/ 4895887 h 5015579"/>
                      <a:gd name="connsiteX6" fmla="*/ 12854814 w 13229762"/>
                      <a:gd name="connsiteY6" fmla="*/ 4895887 h 5015579"/>
                      <a:gd name="connsiteX7" fmla="*/ 153930 w 13229762"/>
                      <a:gd name="connsiteY7" fmla="*/ 4895887 h 5015579"/>
                      <a:gd name="connsiteX8" fmla="*/ 153930 w 13229762"/>
                      <a:gd name="connsiteY8" fmla="*/ 4895887 h 5015579"/>
                      <a:gd name="connsiteX9" fmla="*/ 153930 w 13229762"/>
                      <a:gd name="connsiteY9" fmla="*/ 1260153 h 5015579"/>
                      <a:gd name="connsiteX0" fmla="*/ 153930 w 13229762"/>
                      <a:gd name="connsiteY0" fmla="*/ 1260153 h 5015579"/>
                      <a:gd name="connsiteX1" fmla="*/ 153930 w 13229762"/>
                      <a:gd name="connsiteY1" fmla="*/ 1260153 h 5015579"/>
                      <a:gd name="connsiteX2" fmla="*/ 12854814 w 13229762"/>
                      <a:gd name="connsiteY2" fmla="*/ 1260153 h 5015579"/>
                      <a:gd name="connsiteX3" fmla="*/ 12854814 w 13229762"/>
                      <a:gd name="connsiteY3" fmla="*/ 1260153 h 5015579"/>
                      <a:gd name="connsiteX4" fmla="*/ 12854814 w 13229762"/>
                      <a:gd name="connsiteY4" fmla="*/ 4895887 h 5015579"/>
                      <a:gd name="connsiteX5" fmla="*/ 12854814 w 13229762"/>
                      <a:gd name="connsiteY5" fmla="*/ 4895887 h 5015579"/>
                      <a:gd name="connsiteX6" fmla="*/ 153930 w 13229762"/>
                      <a:gd name="connsiteY6" fmla="*/ 4895887 h 5015579"/>
                      <a:gd name="connsiteX7" fmla="*/ 153930 w 13229762"/>
                      <a:gd name="connsiteY7" fmla="*/ 4895887 h 5015579"/>
                      <a:gd name="connsiteX8" fmla="*/ 153930 w 13229762"/>
                      <a:gd name="connsiteY8" fmla="*/ 1260153 h 5015579"/>
                      <a:gd name="connsiteX0" fmla="*/ 153930 w 13229762"/>
                      <a:gd name="connsiteY0" fmla="*/ 1260153 h 5015579"/>
                      <a:gd name="connsiteX1" fmla="*/ 153930 w 13229762"/>
                      <a:gd name="connsiteY1" fmla="*/ 1260153 h 5015579"/>
                      <a:gd name="connsiteX2" fmla="*/ 12854814 w 13229762"/>
                      <a:gd name="connsiteY2" fmla="*/ 1260153 h 5015579"/>
                      <a:gd name="connsiteX3" fmla="*/ 12854814 w 13229762"/>
                      <a:gd name="connsiteY3" fmla="*/ 1260153 h 5015579"/>
                      <a:gd name="connsiteX4" fmla="*/ 12854814 w 13229762"/>
                      <a:gd name="connsiteY4" fmla="*/ 4895887 h 5015579"/>
                      <a:gd name="connsiteX5" fmla="*/ 12854814 w 13229762"/>
                      <a:gd name="connsiteY5" fmla="*/ 4895887 h 5015579"/>
                      <a:gd name="connsiteX6" fmla="*/ 153930 w 13229762"/>
                      <a:gd name="connsiteY6" fmla="*/ 4895887 h 5015579"/>
                      <a:gd name="connsiteX7" fmla="*/ 153930 w 13229762"/>
                      <a:gd name="connsiteY7" fmla="*/ 4895887 h 5015579"/>
                      <a:gd name="connsiteX8" fmla="*/ 153930 w 13229762"/>
                      <a:gd name="connsiteY8" fmla="*/ 1260153 h 501557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12873509 w 13331020"/>
                      <a:gd name="connsiteY2" fmla="*/ 1201733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4837467 h 5026069"/>
                      <a:gd name="connsiteX5" fmla="*/ 12873509 w 13331020"/>
                      <a:gd name="connsiteY5" fmla="*/ 4837467 h 5026069"/>
                      <a:gd name="connsiteX6" fmla="*/ 172625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1201733 h 502606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12873509 w 13331020"/>
                      <a:gd name="connsiteY2" fmla="*/ 1201733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4837467 h 5026069"/>
                      <a:gd name="connsiteX5" fmla="*/ 12873509 w 13331020"/>
                      <a:gd name="connsiteY5" fmla="*/ 4837467 h 5026069"/>
                      <a:gd name="connsiteX6" fmla="*/ 172625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1201733 h 502606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5665817 w 13331020"/>
                      <a:gd name="connsiteY2" fmla="*/ 1724118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1201733 h 5026069"/>
                      <a:gd name="connsiteX5" fmla="*/ 12873509 w 13331020"/>
                      <a:gd name="connsiteY5" fmla="*/ 4837467 h 5026069"/>
                      <a:gd name="connsiteX6" fmla="*/ 12873509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4837467 h 5026069"/>
                      <a:gd name="connsiteX9" fmla="*/ 172625 w 13331020"/>
                      <a:gd name="connsiteY9" fmla="*/ 1201733 h 502606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12873509 w 13331020"/>
                      <a:gd name="connsiteY2" fmla="*/ 1201733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4837467 h 5026069"/>
                      <a:gd name="connsiteX5" fmla="*/ 12873509 w 13331020"/>
                      <a:gd name="connsiteY5" fmla="*/ 4837467 h 5026069"/>
                      <a:gd name="connsiteX6" fmla="*/ 172625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1201733 h 502606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12873509 w 13331020"/>
                      <a:gd name="connsiteY2" fmla="*/ 1201733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4837467 h 5026069"/>
                      <a:gd name="connsiteX5" fmla="*/ 12873509 w 13331020"/>
                      <a:gd name="connsiteY5" fmla="*/ 4837467 h 5026069"/>
                      <a:gd name="connsiteX6" fmla="*/ 172625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1201733 h 502606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12873509 w 13331020"/>
                      <a:gd name="connsiteY2" fmla="*/ 1201733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4837467 h 5026069"/>
                      <a:gd name="connsiteX5" fmla="*/ 12873509 w 13331020"/>
                      <a:gd name="connsiteY5" fmla="*/ 4837467 h 5026069"/>
                      <a:gd name="connsiteX6" fmla="*/ 172625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1201733 h 50260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331020" h="5026069" fill="none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2951635" y="1718756"/>
                          <a:pt x="2837500" y="-1134337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3537958" y="2148428"/>
                          <a:pt x="13426554" y="3778759"/>
                          <a:pt x="12873509" y="4837467"/>
                        </a:cubicBezTo>
                        <a:lnTo>
                          <a:pt x="12873509" y="4837467"/>
                        </a:lnTo>
                        <a:cubicBezTo>
                          <a:pt x="7066394" y="5149578"/>
                          <a:pt x="1037799" y="4832280"/>
                          <a:pt x="172625" y="4837467"/>
                        </a:cubicBezTo>
                        <a:lnTo>
                          <a:pt x="172625" y="4837467"/>
                        </a:lnTo>
                        <a:cubicBezTo>
                          <a:pt x="403878" y="4206328"/>
                          <a:pt x="230452" y="1810718"/>
                          <a:pt x="172625" y="1201733"/>
                        </a:cubicBezTo>
                        <a:close/>
                      </a:path>
                      <a:path w="13331020" h="5026069" stroke="0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2836626" y="974359"/>
                          <a:pt x="8071537" y="1958439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2639437" y="2157920"/>
                          <a:pt x="12876524" y="4632859"/>
                          <a:pt x="12873509" y="4837467"/>
                        </a:cubicBezTo>
                        <a:lnTo>
                          <a:pt x="12873509" y="4837467"/>
                        </a:lnTo>
                        <a:cubicBezTo>
                          <a:pt x="12522348" y="4758547"/>
                          <a:pt x="2756579" y="5298830"/>
                          <a:pt x="172625" y="4837467"/>
                        </a:cubicBezTo>
                        <a:lnTo>
                          <a:pt x="172625" y="4837467"/>
                        </a:lnTo>
                        <a:cubicBezTo>
                          <a:pt x="254920" y="3650686"/>
                          <a:pt x="-254060" y="1904740"/>
                          <a:pt x="172625" y="1201733"/>
                        </a:cubicBezTo>
                        <a:close/>
                      </a:path>
                      <a:path w="13331020" h="5026069" fill="none" stroke="0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1058316" y="1277245"/>
                          <a:pt x="2445591" y="1326155"/>
                          <a:pt x="5665817" y="1724118"/>
                        </a:cubicBezTo>
                        <a:cubicBezTo>
                          <a:pt x="7818509" y="1648402"/>
                          <a:pt x="11649470" y="1114168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2964854" y="1940923"/>
                          <a:pt x="12815566" y="3203659"/>
                          <a:pt x="12873509" y="4837467"/>
                        </a:cubicBezTo>
                        <a:lnTo>
                          <a:pt x="12873509" y="4837467"/>
                        </a:lnTo>
                        <a:cubicBezTo>
                          <a:pt x="7795829" y="4693516"/>
                          <a:pt x="4527114" y="4233314"/>
                          <a:pt x="172625" y="4837467"/>
                        </a:cubicBezTo>
                        <a:lnTo>
                          <a:pt x="172625" y="4837467"/>
                        </a:lnTo>
                        <a:cubicBezTo>
                          <a:pt x="432145" y="4136445"/>
                          <a:pt x="79065" y="2058749"/>
                          <a:pt x="172625" y="1201733"/>
                        </a:cubicBezTo>
                        <a:close/>
                      </a:path>
                      <a:path w="13331020" h="5026069" fill="none" stroke="0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3423233" y="1585694"/>
                          <a:pt x="7556532" y="-1684246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2848006" y="2470534"/>
                          <a:pt x="13067780" y="3572867"/>
                          <a:pt x="12873509" y="4837467"/>
                        </a:cubicBezTo>
                        <a:lnTo>
                          <a:pt x="12873509" y="4837467"/>
                        </a:lnTo>
                        <a:cubicBezTo>
                          <a:pt x="7338535" y="4937299"/>
                          <a:pt x="1129129" y="5058247"/>
                          <a:pt x="172625" y="4837467"/>
                        </a:cubicBezTo>
                        <a:lnTo>
                          <a:pt x="172625" y="4837467"/>
                        </a:lnTo>
                        <a:cubicBezTo>
                          <a:pt x="60295" y="4080042"/>
                          <a:pt x="147703" y="2084923"/>
                          <a:pt x="172625" y="1201733"/>
                        </a:cubicBezTo>
                        <a:close/>
                      </a:path>
                      <a:path w="13331020" h="5026069" fill="none" stroke="0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3045246" y="1752850"/>
                          <a:pt x="2873811" y="-1759145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3166751" y="2058279"/>
                          <a:pt x="13276141" y="3660974"/>
                          <a:pt x="12873509" y="4837467"/>
                        </a:cubicBezTo>
                        <a:lnTo>
                          <a:pt x="12873509" y="4837467"/>
                        </a:lnTo>
                        <a:lnTo>
                          <a:pt x="172625" y="4837467"/>
                        </a:lnTo>
                        <a:lnTo>
                          <a:pt x="172625" y="4837467"/>
                        </a:lnTo>
                        <a:cubicBezTo>
                          <a:pt x="196096" y="4152942"/>
                          <a:pt x="123970" y="2014995"/>
                          <a:pt x="172625" y="1201733"/>
                        </a:cubicBezTo>
                        <a:close/>
                      </a:path>
                      <a:path w="13331020" h="5026069" fill="none" stroke="0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2758044" y="1826091"/>
                          <a:pt x="2795006" y="-1274433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3379586" y="2243017"/>
                          <a:pt x="13399062" y="3730054"/>
                          <a:pt x="12873509" y="4837467"/>
                        </a:cubicBezTo>
                        <a:lnTo>
                          <a:pt x="12873509" y="4837467"/>
                        </a:lnTo>
                        <a:cubicBezTo>
                          <a:pt x="7262009" y="4959329"/>
                          <a:pt x="1022243" y="4902970"/>
                          <a:pt x="172625" y="4837467"/>
                        </a:cubicBezTo>
                        <a:lnTo>
                          <a:pt x="172625" y="4837467"/>
                        </a:lnTo>
                        <a:cubicBezTo>
                          <a:pt x="283732" y="4194063"/>
                          <a:pt x="165959" y="1905856"/>
                          <a:pt x="172625" y="1201733"/>
                        </a:cubicBezTo>
                        <a:close/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כותרת 1">
            <a:extLst>
              <a:ext uri="{FF2B5EF4-FFF2-40B4-BE49-F238E27FC236}">
                <a16:creationId xmlns:a16="http://schemas.microsoft.com/office/drawing/2014/main" id="{F3444A76-80A7-0E30-CBBA-D48E92C5D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0901" y="17123"/>
            <a:ext cx="7231058" cy="1325563"/>
          </a:xfrm>
          <a:noFill/>
        </p:spPr>
        <p:txBody>
          <a:bodyPr>
            <a:normAutofit/>
          </a:bodyPr>
          <a:lstStyle/>
          <a:p>
            <a:r>
              <a:rPr lang="he-IL" sz="40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Rubik Black"/>
                <a:cs typeface="Rubik Black"/>
              </a:rPr>
              <a:t>יצירת </a:t>
            </a:r>
            <a:r>
              <a:rPr lang="he-IL" sz="4000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Rubik Black"/>
                <a:cs typeface="Rubik Black"/>
              </a:rPr>
              <a:t>ארטבורד</a:t>
            </a: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FBE33115-13D7-0E17-5307-3EB689FAD33C}"/>
              </a:ext>
            </a:extLst>
          </p:cNvPr>
          <p:cNvSpPr txBox="1"/>
          <p:nvPr/>
        </p:nvSpPr>
        <p:spPr>
          <a:xfrm>
            <a:off x="8276430" y="6533100"/>
            <a:ext cx="38223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400" dirty="0">
                <a:hlinkClick r:id="rId5"/>
              </a:rPr>
              <a:t>הורדת קובץ </a:t>
            </a:r>
            <a:r>
              <a:rPr lang="he-IL" sz="1400" dirty="0" err="1">
                <a:hlinkClick r:id="rId5"/>
              </a:rPr>
              <a:t>אילוסטרייטור</a:t>
            </a:r>
            <a:r>
              <a:rPr lang="he-IL" sz="1400" dirty="0">
                <a:hlinkClick r:id="rId5"/>
              </a:rPr>
              <a:t> מוכן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3122178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3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DD735-BC14-9B77-45A8-878B1F54C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D520C977-53EC-1A24-8371-D4678C82A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4932"/>
            <a:ext cx="12544935" cy="6862932"/>
          </a:xfrm>
          <a:prstGeom prst="rect">
            <a:avLst/>
          </a:prstGeom>
        </p:spPr>
      </p:pic>
      <p:sp>
        <p:nvSpPr>
          <p:cNvPr id="8" name="כותרת 1">
            <a:extLst>
              <a:ext uri="{FF2B5EF4-FFF2-40B4-BE49-F238E27FC236}">
                <a16:creationId xmlns:a16="http://schemas.microsoft.com/office/drawing/2014/main" id="{CB1A9986-65EB-C52B-1300-D98E23E8E656}"/>
              </a:ext>
            </a:extLst>
          </p:cNvPr>
          <p:cNvSpPr txBox="1">
            <a:spLocks/>
          </p:cNvSpPr>
          <p:nvPr/>
        </p:nvSpPr>
        <p:spPr>
          <a:xfrm>
            <a:off x="7289800" y="993539"/>
            <a:ext cx="4886135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מלבן 23">
            <a:extLst>
              <a:ext uri="{FF2B5EF4-FFF2-40B4-BE49-F238E27FC236}">
                <a16:creationId xmlns:a16="http://schemas.microsoft.com/office/drawing/2014/main" id="{E7C908EA-C74F-4655-4EDA-5C6E5E033BB1}"/>
              </a:ext>
            </a:extLst>
          </p:cNvPr>
          <p:cNvSpPr/>
          <p:nvPr/>
        </p:nvSpPr>
        <p:spPr>
          <a:xfrm>
            <a:off x="7467600" y="-284202"/>
            <a:ext cx="7373510" cy="7426404"/>
          </a:xfrm>
          <a:custGeom>
            <a:avLst/>
            <a:gdLst>
              <a:gd name="connsiteX0" fmla="*/ 0 w 7373510"/>
              <a:gd name="connsiteY0" fmla="*/ 0 h 7426404"/>
              <a:gd name="connsiteX1" fmla="*/ 7373510 w 7373510"/>
              <a:gd name="connsiteY1" fmla="*/ 0 h 7426404"/>
              <a:gd name="connsiteX2" fmla="*/ 7373510 w 7373510"/>
              <a:gd name="connsiteY2" fmla="*/ 7426404 h 7426404"/>
              <a:gd name="connsiteX3" fmla="*/ 0 w 7373510"/>
              <a:gd name="connsiteY3" fmla="*/ 7426404 h 7426404"/>
              <a:gd name="connsiteX4" fmla="*/ 0 w 7373510"/>
              <a:gd name="connsiteY4" fmla="*/ 0 h 7426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3510" h="7426404" fill="none" extrusionOk="0">
                <a:moveTo>
                  <a:pt x="0" y="0"/>
                </a:moveTo>
                <a:cubicBezTo>
                  <a:pt x="2651057" y="104947"/>
                  <a:pt x="5477389" y="-109486"/>
                  <a:pt x="7373510" y="0"/>
                </a:cubicBezTo>
                <a:cubicBezTo>
                  <a:pt x="7445210" y="2445681"/>
                  <a:pt x="7339355" y="5003419"/>
                  <a:pt x="7373510" y="7426404"/>
                </a:cubicBezTo>
                <a:cubicBezTo>
                  <a:pt x="4446148" y="7579509"/>
                  <a:pt x="1402146" y="7522807"/>
                  <a:pt x="0" y="7426404"/>
                </a:cubicBezTo>
                <a:cubicBezTo>
                  <a:pt x="81460" y="5800353"/>
                  <a:pt x="-68708" y="1913191"/>
                  <a:pt x="0" y="0"/>
                </a:cubicBezTo>
                <a:close/>
              </a:path>
              <a:path w="7373510" h="7426404" stroke="0" extrusionOk="0">
                <a:moveTo>
                  <a:pt x="0" y="0"/>
                </a:moveTo>
                <a:cubicBezTo>
                  <a:pt x="3277849" y="134038"/>
                  <a:pt x="4358334" y="-132208"/>
                  <a:pt x="7373510" y="0"/>
                </a:cubicBezTo>
                <a:cubicBezTo>
                  <a:pt x="7321581" y="3580971"/>
                  <a:pt x="7540667" y="4547406"/>
                  <a:pt x="7373510" y="7426404"/>
                </a:cubicBezTo>
                <a:cubicBezTo>
                  <a:pt x="5778259" y="7480276"/>
                  <a:pt x="3309177" y="7466994"/>
                  <a:pt x="0" y="7426404"/>
                </a:cubicBezTo>
                <a:cubicBezTo>
                  <a:pt x="55761" y="6271536"/>
                  <a:pt x="123027" y="3127493"/>
                  <a:pt x="0" y="0"/>
                </a:cubicBezTo>
                <a:close/>
              </a:path>
            </a:pathLst>
          </a:custGeom>
          <a:solidFill>
            <a:srgbClr val="F8C932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2907785171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C48F8B67-5532-4194-294C-90FB62754174}"/>
              </a:ext>
            </a:extLst>
          </p:cNvPr>
          <p:cNvSpPr txBox="1">
            <a:spLocks/>
          </p:cNvSpPr>
          <p:nvPr/>
        </p:nvSpPr>
        <p:spPr>
          <a:xfrm>
            <a:off x="7629525" y="993539"/>
            <a:ext cx="4298950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r>
              <a:rPr lang="he-IL" sz="40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יצירת גודל ראשוני</a:t>
            </a:r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865C42-28C0-5B77-7203-368E4FC13A00}"/>
              </a:ext>
            </a:extLst>
          </p:cNvPr>
          <p:cNvSpPr txBox="1"/>
          <p:nvPr/>
        </p:nvSpPr>
        <p:spPr>
          <a:xfrm>
            <a:off x="7723161" y="2319102"/>
            <a:ext cx="4205314" cy="115993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he-IL" sz="1600" b="0" dirty="0"/>
              <a:t>לכל אובייקט ניצור משטח בגודל </a:t>
            </a:r>
            <a:r>
              <a:rPr lang="he-IL" sz="1600" b="1" dirty="0"/>
              <a:t>הכי גדול</a:t>
            </a:r>
            <a:r>
              <a:rPr lang="he-IL" sz="1600" dirty="0"/>
              <a:t> של שיתאים לו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he-IL" sz="1600" b="0" dirty="0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3A2BDC26-1406-6640-8860-150E9A3DEBA4}"/>
              </a:ext>
            </a:extLst>
          </p:cNvPr>
          <p:cNvSpPr txBox="1"/>
          <p:nvPr/>
        </p:nvSpPr>
        <p:spPr>
          <a:xfrm>
            <a:off x="8276430" y="6533100"/>
            <a:ext cx="38223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400" dirty="0">
                <a:hlinkClick r:id="rId3"/>
              </a:rPr>
              <a:t>הורדת קובץ </a:t>
            </a:r>
            <a:r>
              <a:rPr lang="he-IL" sz="1400" dirty="0" err="1">
                <a:hlinkClick r:id="rId3"/>
              </a:rPr>
              <a:t>אילוסטרייטור</a:t>
            </a:r>
            <a:r>
              <a:rPr lang="he-IL" sz="1400" dirty="0">
                <a:hlinkClick r:id="rId3"/>
              </a:rPr>
              <a:t> מוכן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2503905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693C6-457C-83A6-BBDC-489B0E48C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pyartboard">
            <a:hlinkClick r:id="" action="ppaction://media"/>
            <a:extLst>
              <a:ext uri="{FF2B5EF4-FFF2-40B4-BE49-F238E27FC236}">
                <a16:creationId xmlns:a16="http://schemas.microsoft.com/office/drawing/2014/main" id="{F907E32C-1C26-3D23-D61F-39D0C340E74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065" y="823269"/>
            <a:ext cx="12192000" cy="6858000"/>
          </a:xfrm>
          <a:prstGeom prst="rect">
            <a:avLst/>
          </a:prstGeom>
        </p:spPr>
      </p:pic>
      <p:sp>
        <p:nvSpPr>
          <p:cNvPr id="8" name="כותרת 1">
            <a:extLst>
              <a:ext uri="{FF2B5EF4-FFF2-40B4-BE49-F238E27FC236}">
                <a16:creationId xmlns:a16="http://schemas.microsoft.com/office/drawing/2014/main" id="{EAF345E6-19E4-30F8-B35B-4B2A040BDB3B}"/>
              </a:ext>
            </a:extLst>
          </p:cNvPr>
          <p:cNvSpPr txBox="1">
            <a:spLocks/>
          </p:cNvSpPr>
          <p:nvPr/>
        </p:nvSpPr>
        <p:spPr>
          <a:xfrm>
            <a:off x="7289800" y="993539"/>
            <a:ext cx="4886135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!!מלבן!!">
            <a:extLst>
              <a:ext uri="{FF2B5EF4-FFF2-40B4-BE49-F238E27FC236}">
                <a16:creationId xmlns:a16="http://schemas.microsoft.com/office/drawing/2014/main" id="{E818AF28-056A-DF51-F737-FF4F62EB6AC7}"/>
              </a:ext>
            </a:extLst>
          </p:cNvPr>
          <p:cNvSpPr/>
          <p:nvPr/>
        </p:nvSpPr>
        <p:spPr>
          <a:xfrm rot="10800000" flipH="1">
            <a:off x="-280153" y="-2210788"/>
            <a:ext cx="13331020" cy="5026069"/>
          </a:xfrm>
          <a:custGeom>
            <a:avLst/>
            <a:gdLst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12873509 w 13331020"/>
              <a:gd name="connsiteY2" fmla="*/ 1201733 h 5026069"/>
              <a:gd name="connsiteX3" fmla="*/ 12873509 w 13331020"/>
              <a:gd name="connsiteY3" fmla="*/ 1201733 h 5026069"/>
              <a:gd name="connsiteX4" fmla="*/ 12873509 w 13331020"/>
              <a:gd name="connsiteY4" fmla="*/ 4837467 h 5026069"/>
              <a:gd name="connsiteX5" fmla="*/ 12873509 w 13331020"/>
              <a:gd name="connsiteY5" fmla="*/ 4837467 h 5026069"/>
              <a:gd name="connsiteX6" fmla="*/ 172625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1201733 h 5026069"/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12873509 w 13331020"/>
              <a:gd name="connsiteY2" fmla="*/ 1201733 h 5026069"/>
              <a:gd name="connsiteX3" fmla="*/ 12873509 w 13331020"/>
              <a:gd name="connsiteY3" fmla="*/ 1201733 h 5026069"/>
              <a:gd name="connsiteX4" fmla="*/ 12873509 w 13331020"/>
              <a:gd name="connsiteY4" fmla="*/ 4837467 h 5026069"/>
              <a:gd name="connsiteX5" fmla="*/ 12873509 w 13331020"/>
              <a:gd name="connsiteY5" fmla="*/ 4837467 h 5026069"/>
              <a:gd name="connsiteX6" fmla="*/ 172625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1201733 h 5026069"/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5665817 w 13331020"/>
              <a:gd name="connsiteY2" fmla="*/ 1724118 h 5026069"/>
              <a:gd name="connsiteX3" fmla="*/ 12873509 w 13331020"/>
              <a:gd name="connsiteY3" fmla="*/ 1201733 h 5026069"/>
              <a:gd name="connsiteX4" fmla="*/ 12873509 w 13331020"/>
              <a:gd name="connsiteY4" fmla="*/ 1201733 h 5026069"/>
              <a:gd name="connsiteX5" fmla="*/ 12873509 w 13331020"/>
              <a:gd name="connsiteY5" fmla="*/ 4837467 h 5026069"/>
              <a:gd name="connsiteX6" fmla="*/ 12873509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4837467 h 5026069"/>
              <a:gd name="connsiteX9" fmla="*/ 172625 w 13331020"/>
              <a:gd name="connsiteY9" fmla="*/ 1201733 h 5026069"/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12873509 w 13331020"/>
              <a:gd name="connsiteY2" fmla="*/ 1201733 h 5026069"/>
              <a:gd name="connsiteX3" fmla="*/ 12873509 w 13331020"/>
              <a:gd name="connsiteY3" fmla="*/ 1201733 h 5026069"/>
              <a:gd name="connsiteX4" fmla="*/ 12873509 w 13331020"/>
              <a:gd name="connsiteY4" fmla="*/ 4837467 h 5026069"/>
              <a:gd name="connsiteX5" fmla="*/ 12873509 w 13331020"/>
              <a:gd name="connsiteY5" fmla="*/ 4837467 h 5026069"/>
              <a:gd name="connsiteX6" fmla="*/ 172625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1201733 h 5026069"/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12873509 w 13331020"/>
              <a:gd name="connsiteY2" fmla="*/ 1201733 h 5026069"/>
              <a:gd name="connsiteX3" fmla="*/ 12873509 w 13331020"/>
              <a:gd name="connsiteY3" fmla="*/ 1201733 h 5026069"/>
              <a:gd name="connsiteX4" fmla="*/ 12873509 w 13331020"/>
              <a:gd name="connsiteY4" fmla="*/ 4837467 h 5026069"/>
              <a:gd name="connsiteX5" fmla="*/ 12873509 w 13331020"/>
              <a:gd name="connsiteY5" fmla="*/ 4837467 h 5026069"/>
              <a:gd name="connsiteX6" fmla="*/ 172625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1201733 h 5026069"/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12873509 w 13331020"/>
              <a:gd name="connsiteY2" fmla="*/ 1201733 h 5026069"/>
              <a:gd name="connsiteX3" fmla="*/ 12873509 w 13331020"/>
              <a:gd name="connsiteY3" fmla="*/ 1201733 h 5026069"/>
              <a:gd name="connsiteX4" fmla="*/ 12873509 w 13331020"/>
              <a:gd name="connsiteY4" fmla="*/ 4837467 h 5026069"/>
              <a:gd name="connsiteX5" fmla="*/ 12873509 w 13331020"/>
              <a:gd name="connsiteY5" fmla="*/ 4837467 h 5026069"/>
              <a:gd name="connsiteX6" fmla="*/ 172625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1201733 h 5026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31020" h="5026069" fill="none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2862709" y="2065454"/>
                  <a:pt x="2972095" y="-901328"/>
                  <a:pt x="12873509" y="1201733"/>
                </a:cubicBezTo>
                <a:lnTo>
                  <a:pt x="12873509" y="1201733"/>
                </a:lnTo>
                <a:cubicBezTo>
                  <a:pt x="13582850" y="2142531"/>
                  <a:pt x="13506706" y="3868532"/>
                  <a:pt x="12873509" y="4837467"/>
                </a:cubicBezTo>
                <a:lnTo>
                  <a:pt x="12873509" y="4837467"/>
                </a:lnTo>
                <a:cubicBezTo>
                  <a:pt x="6953006" y="5240736"/>
                  <a:pt x="997315" y="4829353"/>
                  <a:pt x="172625" y="4837467"/>
                </a:cubicBezTo>
                <a:lnTo>
                  <a:pt x="172625" y="4837467"/>
                </a:lnTo>
                <a:cubicBezTo>
                  <a:pt x="511602" y="4259416"/>
                  <a:pt x="232588" y="1802238"/>
                  <a:pt x="172625" y="1201733"/>
                </a:cubicBezTo>
                <a:close/>
              </a:path>
              <a:path w="13331020" h="5026069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3085760" y="951021"/>
                  <a:pt x="8759782" y="2466869"/>
                  <a:pt x="12873509" y="1201733"/>
                </a:cubicBezTo>
                <a:lnTo>
                  <a:pt x="12873509" y="1201733"/>
                </a:lnTo>
                <a:cubicBezTo>
                  <a:pt x="12629123" y="2169774"/>
                  <a:pt x="12873360" y="4656090"/>
                  <a:pt x="12873509" y="4837467"/>
                </a:cubicBezTo>
                <a:lnTo>
                  <a:pt x="12873509" y="4837467"/>
                </a:lnTo>
                <a:cubicBezTo>
                  <a:pt x="12597468" y="4754124"/>
                  <a:pt x="2939750" y="5447711"/>
                  <a:pt x="172625" y="4837467"/>
                </a:cubicBezTo>
                <a:lnTo>
                  <a:pt x="172625" y="4837467"/>
                </a:lnTo>
                <a:cubicBezTo>
                  <a:pt x="249238" y="3605529"/>
                  <a:pt x="-297669" y="1895189"/>
                  <a:pt x="172625" y="1201733"/>
                </a:cubicBezTo>
                <a:close/>
              </a:path>
              <a:path w="13331020" h="5026069" fill="none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1058754" y="1375957"/>
                  <a:pt x="2486118" y="1194260"/>
                  <a:pt x="5665817" y="1724118"/>
                </a:cubicBezTo>
                <a:cubicBezTo>
                  <a:pt x="7857638" y="1565825"/>
                  <a:pt x="11652773" y="1073802"/>
                  <a:pt x="12873509" y="1201733"/>
                </a:cubicBezTo>
                <a:lnTo>
                  <a:pt x="12873509" y="1201733"/>
                </a:lnTo>
                <a:cubicBezTo>
                  <a:pt x="13115826" y="1857047"/>
                  <a:pt x="12644065" y="3187333"/>
                  <a:pt x="12873509" y="4837467"/>
                </a:cubicBezTo>
                <a:lnTo>
                  <a:pt x="12873509" y="4837467"/>
                </a:lnTo>
                <a:cubicBezTo>
                  <a:pt x="8357774" y="4871217"/>
                  <a:pt x="4726949" y="3943460"/>
                  <a:pt x="172625" y="4837467"/>
                </a:cubicBezTo>
                <a:lnTo>
                  <a:pt x="172625" y="4837467"/>
                </a:lnTo>
                <a:cubicBezTo>
                  <a:pt x="487818" y="4109869"/>
                  <a:pt x="51902" y="2067731"/>
                  <a:pt x="172625" y="1201733"/>
                </a:cubicBezTo>
                <a:close/>
              </a:path>
              <a:path w="13331020" h="5026069" fill="none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3632539" y="2114662"/>
                  <a:pt x="6609668" y="-1819005"/>
                  <a:pt x="12873509" y="1201733"/>
                </a:cubicBezTo>
                <a:lnTo>
                  <a:pt x="12873509" y="1201733"/>
                </a:lnTo>
                <a:cubicBezTo>
                  <a:pt x="12801954" y="2618597"/>
                  <a:pt x="12917174" y="3621537"/>
                  <a:pt x="12873509" y="4837467"/>
                </a:cubicBezTo>
                <a:lnTo>
                  <a:pt x="12873509" y="4837467"/>
                </a:lnTo>
                <a:cubicBezTo>
                  <a:pt x="7171208" y="5026770"/>
                  <a:pt x="1117865" y="5183039"/>
                  <a:pt x="172625" y="4837467"/>
                </a:cubicBezTo>
                <a:lnTo>
                  <a:pt x="172625" y="4837467"/>
                </a:lnTo>
                <a:cubicBezTo>
                  <a:pt x="91607" y="4041730"/>
                  <a:pt x="125993" y="2108372"/>
                  <a:pt x="172625" y="1201733"/>
                </a:cubicBezTo>
                <a:close/>
              </a:path>
              <a:path w="13331020" h="5026069" fill="none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3382029" y="1656241"/>
                  <a:pt x="2387398" y="-2066341"/>
                  <a:pt x="12873509" y="1201733"/>
                </a:cubicBezTo>
                <a:lnTo>
                  <a:pt x="12873509" y="1201733"/>
                </a:lnTo>
                <a:cubicBezTo>
                  <a:pt x="13169177" y="2043403"/>
                  <a:pt x="13146006" y="3764783"/>
                  <a:pt x="12873509" y="4837467"/>
                </a:cubicBezTo>
                <a:lnTo>
                  <a:pt x="12873509" y="4837467"/>
                </a:lnTo>
                <a:cubicBezTo>
                  <a:pt x="10653315" y="4990766"/>
                  <a:pt x="4765726" y="4832527"/>
                  <a:pt x="172625" y="4837467"/>
                </a:cubicBezTo>
                <a:lnTo>
                  <a:pt x="172625" y="4837467"/>
                </a:lnTo>
                <a:cubicBezTo>
                  <a:pt x="46033" y="4207275"/>
                  <a:pt x="27985" y="2098178"/>
                  <a:pt x="172625" y="1201733"/>
                </a:cubicBezTo>
                <a:close/>
              </a:path>
              <a:path w="13331020" h="5026069" fill="none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2914507" y="1644468"/>
                  <a:pt x="3047899" y="-1071906"/>
                  <a:pt x="12873509" y="1201733"/>
                </a:cubicBezTo>
                <a:lnTo>
                  <a:pt x="12873509" y="1201733"/>
                </a:lnTo>
                <a:cubicBezTo>
                  <a:pt x="13295710" y="2242014"/>
                  <a:pt x="13572032" y="3581992"/>
                  <a:pt x="12873509" y="4837467"/>
                </a:cubicBezTo>
                <a:lnTo>
                  <a:pt x="12873509" y="4837467"/>
                </a:lnTo>
                <a:cubicBezTo>
                  <a:pt x="7255671" y="4978022"/>
                  <a:pt x="1087625" y="4948804"/>
                  <a:pt x="172625" y="4837467"/>
                </a:cubicBezTo>
                <a:lnTo>
                  <a:pt x="172625" y="4837467"/>
                </a:lnTo>
                <a:cubicBezTo>
                  <a:pt x="356958" y="4082637"/>
                  <a:pt x="54214" y="1938133"/>
                  <a:pt x="172625" y="1201733"/>
                </a:cubicBezTo>
                <a:close/>
              </a:path>
              <a:path w="13331020" h="5026069" fill="none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2858453" y="1856927"/>
                  <a:pt x="2878260" y="-1133065"/>
                  <a:pt x="12873509" y="1201733"/>
                </a:cubicBezTo>
                <a:lnTo>
                  <a:pt x="12873509" y="1201733"/>
                </a:lnTo>
                <a:cubicBezTo>
                  <a:pt x="13526764" y="2190907"/>
                  <a:pt x="13466392" y="3809816"/>
                  <a:pt x="12873509" y="4837467"/>
                </a:cubicBezTo>
                <a:lnTo>
                  <a:pt x="12873509" y="4837467"/>
                </a:lnTo>
                <a:cubicBezTo>
                  <a:pt x="7108879" y="5104022"/>
                  <a:pt x="1018817" y="4854216"/>
                  <a:pt x="172625" y="4837467"/>
                </a:cubicBezTo>
                <a:lnTo>
                  <a:pt x="172625" y="4837467"/>
                </a:lnTo>
                <a:cubicBezTo>
                  <a:pt x="282896" y="4206677"/>
                  <a:pt x="167848" y="1897505"/>
                  <a:pt x="172625" y="1201733"/>
                </a:cubicBezTo>
                <a:close/>
              </a:path>
            </a:pathLst>
          </a:custGeom>
          <a:solidFill>
            <a:srgbClr val="F8C932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2967545145">
                  <a:custGeom>
                    <a:avLst/>
                    <a:gdLst>
                      <a:gd name="connsiteX0" fmla="*/ 153930 w 13229762"/>
                      <a:gd name="connsiteY0" fmla="*/ 1260153 h 5015579"/>
                      <a:gd name="connsiteX1" fmla="*/ 153930 w 13229762"/>
                      <a:gd name="connsiteY1" fmla="*/ 1260153 h 5015579"/>
                      <a:gd name="connsiteX2" fmla="*/ 12854814 w 13229762"/>
                      <a:gd name="connsiteY2" fmla="*/ 1260153 h 5015579"/>
                      <a:gd name="connsiteX3" fmla="*/ 12854814 w 13229762"/>
                      <a:gd name="connsiteY3" fmla="*/ 1260153 h 5015579"/>
                      <a:gd name="connsiteX4" fmla="*/ 12854814 w 13229762"/>
                      <a:gd name="connsiteY4" fmla="*/ 4895887 h 5015579"/>
                      <a:gd name="connsiteX5" fmla="*/ 12854814 w 13229762"/>
                      <a:gd name="connsiteY5" fmla="*/ 4895887 h 5015579"/>
                      <a:gd name="connsiteX6" fmla="*/ 153930 w 13229762"/>
                      <a:gd name="connsiteY6" fmla="*/ 4895887 h 5015579"/>
                      <a:gd name="connsiteX7" fmla="*/ 153930 w 13229762"/>
                      <a:gd name="connsiteY7" fmla="*/ 4895887 h 5015579"/>
                      <a:gd name="connsiteX8" fmla="*/ 153930 w 13229762"/>
                      <a:gd name="connsiteY8" fmla="*/ 1260153 h 5015579"/>
                      <a:gd name="connsiteX0" fmla="*/ 153930 w 13229762"/>
                      <a:gd name="connsiteY0" fmla="*/ 1260153 h 5015579"/>
                      <a:gd name="connsiteX1" fmla="*/ 153930 w 13229762"/>
                      <a:gd name="connsiteY1" fmla="*/ 1260153 h 5015579"/>
                      <a:gd name="connsiteX2" fmla="*/ 12854814 w 13229762"/>
                      <a:gd name="connsiteY2" fmla="*/ 1260153 h 5015579"/>
                      <a:gd name="connsiteX3" fmla="*/ 12854814 w 13229762"/>
                      <a:gd name="connsiteY3" fmla="*/ 1260153 h 5015579"/>
                      <a:gd name="connsiteX4" fmla="*/ 12854814 w 13229762"/>
                      <a:gd name="connsiteY4" fmla="*/ 4895887 h 5015579"/>
                      <a:gd name="connsiteX5" fmla="*/ 12854814 w 13229762"/>
                      <a:gd name="connsiteY5" fmla="*/ 4895887 h 5015579"/>
                      <a:gd name="connsiteX6" fmla="*/ 153930 w 13229762"/>
                      <a:gd name="connsiteY6" fmla="*/ 4895887 h 5015579"/>
                      <a:gd name="connsiteX7" fmla="*/ 153930 w 13229762"/>
                      <a:gd name="connsiteY7" fmla="*/ 4895887 h 5015579"/>
                      <a:gd name="connsiteX8" fmla="*/ 153930 w 13229762"/>
                      <a:gd name="connsiteY8" fmla="*/ 1260153 h 5015579"/>
                      <a:gd name="connsiteX0" fmla="*/ 153930 w 13229762"/>
                      <a:gd name="connsiteY0" fmla="*/ 1260153 h 5015579"/>
                      <a:gd name="connsiteX1" fmla="*/ 153930 w 13229762"/>
                      <a:gd name="connsiteY1" fmla="*/ 1260153 h 5015579"/>
                      <a:gd name="connsiteX2" fmla="*/ 5647122 w 13229762"/>
                      <a:gd name="connsiteY2" fmla="*/ 1782538 h 5015579"/>
                      <a:gd name="connsiteX3" fmla="*/ 12854814 w 13229762"/>
                      <a:gd name="connsiteY3" fmla="*/ 1260153 h 5015579"/>
                      <a:gd name="connsiteX4" fmla="*/ 12854814 w 13229762"/>
                      <a:gd name="connsiteY4" fmla="*/ 1260153 h 5015579"/>
                      <a:gd name="connsiteX5" fmla="*/ 12854814 w 13229762"/>
                      <a:gd name="connsiteY5" fmla="*/ 4895887 h 5015579"/>
                      <a:gd name="connsiteX6" fmla="*/ 12854814 w 13229762"/>
                      <a:gd name="connsiteY6" fmla="*/ 4895887 h 5015579"/>
                      <a:gd name="connsiteX7" fmla="*/ 153930 w 13229762"/>
                      <a:gd name="connsiteY7" fmla="*/ 4895887 h 5015579"/>
                      <a:gd name="connsiteX8" fmla="*/ 153930 w 13229762"/>
                      <a:gd name="connsiteY8" fmla="*/ 4895887 h 5015579"/>
                      <a:gd name="connsiteX9" fmla="*/ 153930 w 13229762"/>
                      <a:gd name="connsiteY9" fmla="*/ 1260153 h 5015579"/>
                      <a:gd name="connsiteX0" fmla="*/ 153930 w 13229762"/>
                      <a:gd name="connsiteY0" fmla="*/ 1260153 h 5015579"/>
                      <a:gd name="connsiteX1" fmla="*/ 153930 w 13229762"/>
                      <a:gd name="connsiteY1" fmla="*/ 1260153 h 5015579"/>
                      <a:gd name="connsiteX2" fmla="*/ 12854814 w 13229762"/>
                      <a:gd name="connsiteY2" fmla="*/ 1260153 h 5015579"/>
                      <a:gd name="connsiteX3" fmla="*/ 12854814 w 13229762"/>
                      <a:gd name="connsiteY3" fmla="*/ 1260153 h 5015579"/>
                      <a:gd name="connsiteX4" fmla="*/ 12854814 w 13229762"/>
                      <a:gd name="connsiteY4" fmla="*/ 4895887 h 5015579"/>
                      <a:gd name="connsiteX5" fmla="*/ 12854814 w 13229762"/>
                      <a:gd name="connsiteY5" fmla="*/ 4895887 h 5015579"/>
                      <a:gd name="connsiteX6" fmla="*/ 153930 w 13229762"/>
                      <a:gd name="connsiteY6" fmla="*/ 4895887 h 5015579"/>
                      <a:gd name="connsiteX7" fmla="*/ 153930 w 13229762"/>
                      <a:gd name="connsiteY7" fmla="*/ 4895887 h 5015579"/>
                      <a:gd name="connsiteX8" fmla="*/ 153930 w 13229762"/>
                      <a:gd name="connsiteY8" fmla="*/ 1260153 h 5015579"/>
                      <a:gd name="connsiteX0" fmla="*/ 153930 w 13229762"/>
                      <a:gd name="connsiteY0" fmla="*/ 1260153 h 5015579"/>
                      <a:gd name="connsiteX1" fmla="*/ 153930 w 13229762"/>
                      <a:gd name="connsiteY1" fmla="*/ 1260153 h 5015579"/>
                      <a:gd name="connsiteX2" fmla="*/ 12854814 w 13229762"/>
                      <a:gd name="connsiteY2" fmla="*/ 1260153 h 5015579"/>
                      <a:gd name="connsiteX3" fmla="*/ 12854814 w 13229762"/>
                      <a:gd name="connsiteY3" fmla="*/ 1260153 h 5015579"/>
                      <a:gd name="connsiteX4" fmla="*/ 12854814 w 13229762"/>
                      <a:gd name="connsiteY4" fmla="*/ 4895887 h 5015579"/>
                      <a:gd name="connsiteX5" fmla="*/ 12854814 w 13229762"/>
                      <a:gd name="connsiteY5" fmla="*/ 4895887 h 5015579"/>
                      <a:gd name="connsiteX6" fmla="*/ 153930 w 13229762"/>
                      <a:gd name="connsiteY6" fmla="*/ 4895887 h 5015579"/>
                      <a:gd name="connsiteX7" fmla="*/ 153930 w 13229762"/>
                      <a:gd name="connsiteY7" fmla="*/ 4895887 h 5015579"/>
                      <a:gd name="connsiteX8" fmla="*/ 153930 w 13229762"/>
                      <a:gd name="connsiteY8" fmla="*/ 1260153 h 501557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12873509 w 13331020"/>
                      <a:gd name="connsiteY2" fmla="*/ 1201733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4837467 h 5026069"/>
                      <a:gd name="connsiteX5" fmla="*/ 12873509 w 13331020"/>
                      <a:gd name="connsiteY5" fmla="*/ 4837467 h 5026069"/>
                      <a:gd name="connsiteX6" fmla="*/ 172625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1201733 h 502606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12873509 w 13331020"/>
                      <a:gd name="connsiteY2" fmla="*/ 1201733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4837467 h 5026069"/>
                      <a:gd name="connsiteX5" fmla="*/ 12873509 w 13331020"/>
                      <a:gd name="connsiteY5" fmla="*/ 4837467 h 5026069"/>
                      <a:gd name="connsiteX6" fmla="*/ 172625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1201733 h 502606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5665817 w 13331020"/>
                      <a:gd name="connsiteY2" fmla="*/ 1724118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1201733 h 5026069"/>
                      <a:gd name="connsiteX5" fmla="*/ 12873509 w 13331020"/>
                      <a:gd name="connsiteY5" fmla="*/ 4837467 h 5026069"/>
                      <a:gd name="connsiteX6" fmla="*/ 12873509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4837467 h 5026069"/>
                      <a:gd name="connsiteX9" fmla="*/ 172625 w 13331020"/>
                      <a:gd name="connsiteY9" fmla="*/ 1201733 h 502606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12873509 w 13331020"/>
                      <a:gd name="connsiteY2" fmla="*/ 1201733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4837467 h 5026069"/>
                      <a:gd name="connsiteX5" fmla="*/ 12873509 w 13331020"/>
                      <a:gd name="connsiteY5" fmla="*/ 4837467 h 5026069"/>
                      <a:gd name="connsiteX6" fmla="*/ 172625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1201733 h 502606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12873509 w 13331020"/>
                      <a:gd name="connsiteY2" fmla="*/ 1201733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4837467 h 5026069"/>
                      <a:gd name="connsiteX5" fmla="*/ 12873509 w 13331020"/>
                      <a:gd name="connsiteY5" fmla="*/ 4837467 h 5026069"/>
                      <a:gd name="connsiteX6" fmla="*/ 172625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1201733 h 502606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12873509 w 13331020"/>
                      <a:gd name="connsiteY2" fmla="*/ 1201733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4837467 h 5026069"/>
                      <a:gd name="connsiteX5" fmla="*/ 12873509 w 13331020"/>
                      <a:gd name="connsiteY5" fmla="*/ 4837467 h 5026069"/>
                      <a:gd name="connsiteX6" fmla="*/ 172625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1201733 h 50260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331020" h="5026069" fill="none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2951635" y="1718756"/>
                          <a:pt x="2837500" y="-1134337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3537958" y="2148428"/>
                          <a:pt x="13426554" y="3778759"/>
                          <a:pt x="12873509" y="4837467"/>
                        </a:cubicBezTo>
                        <a:lnTo>
                          <a:pt x="12873509" y="4837467"/>
                        </a:lnTo>
                        <a:cubicBezTo>
                          <a:pt x="7066394" y="5149578"/>
                          <a:pt x="1037799" y="4832280"/>
                          <a:pt x="172625" y="4837467"/>
                        </a:cubicBezTo>
                        <a:lnTo>
                          <a:pt x="172625" y="4837467"/>
                        </a:lnTo>
                        <a:cubicBezTo>
                          <a:pt x="403878" y="4206328"/>
                          <a:pt x="230452" y="1810718"/>
                          <a:pt x="172625" y="1201733"/>
                        </a:cubicBezTo>
                        <a:close/>
                      </a:path>
                      <a:path w="13331020" h="5026069" stroke="0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2836626" y="974359"/>
                          <a:pt x="8071537" y="1958439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2639437" y="2157920"/>
                          <a:pt x="12876524" y="4632859"/>
                          <a:pt x="12873509" y="4837467"/>
                        </a:cubicBezTo>
                        <a:lnTo>
                          <a:pt x="12873509" y="4837467"/>
                        </a:lnTo>
                        <a:cubicBezTo>
                          <a:pt x="12522348" y="4758547"/>
                          <a:pt x="2756579" y="5298830"/>
                          <a:pt x="172625" y="4837467"/>
                        </a:cubicBezTo>
                        <a:lnTo>
                          <a:pt x="172625" y="4837467"/>
                        </a:lnTo>
                        <a:cubicBezTo>
                          <a:pt x="254920" y="3650686"/>
                          <a:pt x="-254060" y="1904740"/>
                          <a:pt x="172625" y="1201733"/>
                        </a:cubicBezTo>
                        <a:close/>
                      </a:path>
                      <a:path w="13331020" h="5026069" fill="none" stroke="0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1058316" y="1277245"/>
                          <a:pt x="2445591" y="1326155"/>
                          <a:pt x="5665817" y="1724118"/>
                        </a:cubicBezTo>
                        <a:cubicBezTo>
                          <a:pt x="7818509" y="1648402"/>
                          <a:pt x="11649470" y="1114168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2964854" y="1940923"/>
                          <a:pt x="12815566" y="3203659"/>
                          <a:pt x="12873509" y="4837467"/>
                        </a:cubicBezTo>
                        <a:lnTo>
                          <a:pt x="12873509" y="4837467"/>
                        </a:lnTo>
                        <a:cubicBezTo>
                          <a:pt x="7795829" y="4693516"/>
                          <a:pt x="4527114" y="4233314"/>
                          <a:pt x="172625" y="4837467"/>
                        </a:cubicBezTo>
                        <a:lnTo>
                          <a:pt x="172625" y="4837467"/>
                        </a:lnTo>
                        <a:cubicBezTo>
                          <a:pt x="432145" y="4136445"/>
                          <a:pt x="79065" y="2058749"/>
                          <a:pt x="172625" y="1201733"/>
                        </a:cubicBezTo>
                        <a:close/>
                      </a:path>
                      <a:path w="13331020" h="5026069" fill="none" stroke="0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3423233" y="1585694"/>
                          <a:pt x="7556532" y="-1684246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2848006" y="2470534"/>
                          <a:pt x="13067780" y="3572867"/>
                          <a:pt x="12873509" y="4837467"/>
                        </a:cubicBezTo>
                        <a:lnTo>
                          <a:pt x="12873509" y="4837467"/>
                        </a:lnTo>
                        <a:cubicBezTo>
                          <a:pt x="7338535" y="4937299"/>
                          <a:pt x="1129129" y="5058247"/>
                          <a:pt x="172625" y="4837467"/>
                        </a:cubicBezTo>
                        <a:lnTo>
                          <a:pt x="172625" y="4837467"/>
                        </a:lnTo>
                        <a:cubicBezTo>
                          <a:pt x="60295" y="4080042"/>
                          <a:pt x="147703" y="2084923"/>
                          <a:pt x="172625" y="1201733"/>
                        </a:cubicBezTo>
                        <a:close/>
                      </a:path>
                      <a:path w="13331020" h="5026069" fill="none" stroke="0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3045246" y="1752850"/>
                          <a:pt x="2873811" y="-1759145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3166751" y="2058279"/>
                          <a:pt x="13276141" y="3660974"/>
                          <a:pt x="12873509" y="4837467"/>
                        </a:cubicBezTo>
                        <a:lnTo>
                          <a:pt x="12873509" y="4837467"/>
                        </a:lnTo>
                        <a:lnTo>
                          <a:pt x="172625" y="4837467"/>
                        </a:lnTo>
                        <a:lnTo>
                          <a:pt x="172625" y="4837467"/>
                        </a:lnTo>
                        <a:cubicBezTo>
                          <a:pt x="196096" y="4152942"/>
                          <a:pt x="123970" y="2014995"/>
                          <a:pt x="172625" y="1201733"/>
                        </a:cubicBezTo>
                        <a:close/>
                      </a:path>
                      <a:path w="13331020" h="5026069" fill="none" stroke="0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2758044" y="1826091"/>
                          <a:pt x="2795006" y="-1274433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3379586" y="2243017"/>
                          <a:pt x="13399062" y="3730054"/>
                          <a:pt x="12873509" y="4837467"/>
                        </a:cubicBezTo>
                        <a:lnTo>
                          <a:pt x="12873509" y="4837467"/>
                        </a:lnTo>
                        <a:cubicBezTo>
                          <a:pt x="7262009" y="4959329"/>
                          <a:pt x="1022243" y="4902970"/>
                          <a:pt x="172625" y="4837467"/>
                        </a:cubicBezTo>
                        <a:lnTo>
                          <a:pt x="172625" y="4837467"/>
                        </a:lnTo>
                        <a:cubicBezTo>
                          <a:pt x="283732" y="4194063"/>
                          <a:pt x="165959" y="1905856"/>
                          <a:pt x="172625" y="1201733"/>
                        </a:cubicBezTo>
                        <a:close/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כותרת 1">
            <a:extLst>
              <a:ext uri="{FF2B5EF4-FFF2-40B4-BE49-F238E27FC236}">
                <a16:creationId xmlns:a16="http://schemas.microsoft.com/office/drawing/2014/main" id="{3A388467-5BDC-8EA7-66F9-13446B3CB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800" y="17123"/>
            <a:ext cx="8158159" cy="1325563"/>
          </a:xfrm>
          <a:noFill/>
        </p:spPr>
        <p:txBody>
          <a:bodyPr>
            <a:normAutofit/>
          </a:bodyPr>
          <a:lstStyle/>
          <a:p>
            <a:r>
              <a:rPr lang="he-IL" sz="40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Rubik Black"/>
                <a:cs typeface="Rubik Black"/>
              </a:rPr>
              <a:t>שכפול לפי מספר </a:t>
            </a:r>
            <a:r>
              <a:rPr lang="he-IL" sz="4000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Rubik Black"/>
                <a:cs typeface="Rubik Black"/>
              </a:rPr>
              <a:t>הפריימים</a:t>
            </a:r>
            <a:r>
              <a:rPr lang="he-IL" sz="40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Rubik Black"/>
                <a:cs typeface="Rubik Black"/>
              </a:rPr>
              <a:t> הרצוי</a:t>
            </a: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7705C811-CF93-0B55-3AB0-B010B4AF9F55}"/>
              </a:ext>
            </a:extLst>
          </p:cNvPr>
          <p:cNvSpPr txBox="1"/>
          <p:nvPr/>
        </p:nvSpPr>
        <p:spPr>
          <a:xfrm>
            <a:off x="8276430" y="6533100"/>
            <a:ext cx="38223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400" dirty="0">
                <a:hlinkClick r:id="rId5"/>
              </a:rPr>
              <a:t>הורדת קובץ </a:t>
            </a:r>
            <a:r>
              <a:rPr lang="he-IL" sz="1400" dirty="0" err="1">
                <a:hlinkClick r:id="rId5"/>
              </a:rPr>
              <a:t>אילוסטרייטור</a:t>
            </a:r>
            <a:r>
              <a:rPr lang="he-IL" sz="1400" dirty="0">
                <a:hlinkClick r:id="rId5"/>
              </a:rPr>
              <a:t> מוכן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2627105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16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30C3B-3438-9B38-FA5E-D91662DD1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reateFrames">
            <a:hlinkClick r:id="" action="ppaction://media"/>
            <a:extLst>
              <a:ext uri="{FF2B5EF4-FFF2-40B4-BE49-F238E27FC236}">
                <a16:creationId xmlns:a16="http://schemas.microsoft.com/office/drawing/2014/main" id="{82303710-64F0-960A-852E-88986EBDE25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21363" t="2736" r="20141" b="4917"/>
          <a:stretch/>
        </p:blipFill>
        <p:spPr>
          <a:xfrm>
            <a:off x="0" y="0"/>
            <a:ext cx="7723162" cy="6858000"/>
          </a:xfrm>
          <a:prstGeom prst="rect">
            <a:avLst/>
          </a:prstGeom>
        </p:spPr>
      </p:pic>
      <p:sp>
        <p:nvSpPr>
          <p:cNvPr id="8" name="כותרת 1">
            <a:extLst>
              <a:ext uri="{FF2B5EF4-FFF2-40B4-BE49-F238E27FC236}">
                <a16:creationId xmlns:a16="http://schemas.microsoft.com/office/drawing/2014/main" id="{4C39572C-BAF3-95AE-9DD6-F00DD0CF3B8C}"/>
              </a:ext>
            </a:extLst>
          </p:cNvPr>
          <p:cNvSpPr txBox="1">
            <a:spLocks/>
          </p:cNvSpPr>
          <p:nvPr/>
        </p:nvSpPr>
        <p:spPr>
          <a:xfrm>
            <a:off x="7289800" y="993539"/>
            <a:ext cx="4886135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מלבן 23">
            <a:extLst>
              <a:ext uri="{FF2B5EF4-FFF2-40B4-BE49-F238E27FC236}">
                <a16:creationId xmlns:a16="http://schemas.microsoft.com/office/drawing/2014/main" id="{364F7C62-4443-11B8-EDF0-1C65D3643EDE}"/>
              </a:ext>
            </a:extLst>
          </p:cNvPr>
          <p:cNvSpPr/>
          <p:nvPr/>
        </p:nvSpPr>
        <p:spPr>
          <a:xfrm>
            <a:off x="7467600" y="-284202"/>
            <a:ext cx="7373510" cy="7426404"/>
          </a:xfrm>
          <a:custGeom>
            <a:avLst/>
            <a:gdLst>
              <a:gd name="connsiteX0" fmla="*/ 0 w 7373510"/>
              <a:gd name="connsiteY0" fmla="*/ 0 h 7426404"/>
              <a:gd name="connsiteX1" fmla="*/ 7373510 w 7373510"/>
              <a:gd name="connsiteY1" fmla="*/ 0 h 7426404"/>
              <a:gd name="connsiteX2" fmla="*/ 7373510 w 7373510"/>
              <a:gd name="connsiteY2" fmla="*/ 7426404 h 7426404"/>
              <a:gd name="connsiteX3" fmla="*/ 0 w 7373510"/>
              <a:gd name="connsiteY3" fmla="*/ 7426404 h 7426404"/>
              <a:gd name="connsiteX4" fmla="*/ 0 w 7373510"/>
              <a:gd name="connsiteY4" fmla="*/ 0 h 7426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3510" h="7426404" fill="none" extrusionOk="0">
                <a:moveTo>
                  <a:pt x="0" y="0"/>
                </a:moveTo>
                <a:cubicBezTo>
                  <a:pt x="2651057" y="104947"/>
                  <a:pt x="5477389" y="-109486"/>
                  <a:pt x="7373510" y="0"/>
                </a:cubicBezTo>
                <a:cubicBezTo>
                  <a:pt x="7445210" y="2445681"/>
                  <a:pt x="7339355" y="5003419"/>
                  <a:pt x="7373510" y="7426404"/>
                </a:cubicBezTo>
                <a:cubicBezTo>
                  <a:pt x="4446148" y="7579509"/>
                  <a:pt x="1402146" y="7522807"/>
                  <a:pt x="0" y="7426404"/>
                </a:cubicBezTo>
                <a:cubicBezTo>
                  <a:pt x="81460" y="5800353"/>
                  <a:pt x="-68708" y="1913191"/>
                  <a:pt x="0" y="0"/>
                </a:cubicBezTo>
                <a:close/>
              </a:path>
              <a:path w="7373510" h="7426404" stroke="0" extrusionOk="0">
                <a:moveTo>
                  <a:pt x="0" y="0"/>
                </a:moveTo>
                <a:cubicBezTo>
                  <a:pt x="3277849" y="134038"/>
                  <a:pt x="4358334" y="-132208"/>
                  <a:pt x="7373510" y="0"/>
                </a:cubicBezTo>
                <a:cubicBezTo>
                  <a:pt x="7321581" y="3580971"/>
                  <a:pt x="7540667" y="4547406"/>
                  <a:pt x="7373510" y="7426404"/>
                </a:cubicBezTo>
                <a:cubicBezTo>
                  <a:pt x="5778259" y="7480276"/>
                  <a:pt x="3309177" y="7466994"/>
                  <a:pt x="0" y="7426404"/>
                </a:cubicBezTo>
                <a:cubicBezTo>
                  <a:pt x="55761" y="6271536"/>
                  <a:pt x="123027" y="3127493"/>
                  <a:pt x="0" y="0"/>
                </a:cubicBezTo>
                <a:close/>
              </a:path>
            </a:pathLst>
          </a:custGeom>
          <a:solidFill>
            <a:srgbClr val="F8C932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2907785171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8A524619-449A-6D42-6065-0EE9F4D3C30B}"/>
              </a:ext>
            </a:extLst>
          </p:cNvPr>
          <p:cNvSpPr txBox="1">
            <a:spLocks/>
          </p:cNvSpPr>
          <p:nvPr/>
        </p:nvSpPr>
        <p:spPr>
          <a:xfrm>
            <a:off x="7629525" y="993539"/>
            <a:ext cx="4298950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r>
              <a:rPr lang="he-IL" sz="40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יצירת </a:t>
            </a:r>
            <a:r>
              <a:rPr lang="he-IL" sz="4000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פריימים</a:t>
            </a:r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55E38C-C7D5-670F-4F2E-D461ECAE68E2}"/>
              </a:ext>
            </a:extLst>
          </p:cNvPr>
          <p:cNvSpPr txBox="1"/>
          <p:nvPr/>
        </p:nvSpPr>
        <p:spPr>
          <a:xfrm>
            <a:off x="7723161" y="2319102"/>
            <a:ext cx="4205314" cy="15292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he-IL" sz="1600" b="0" dirty="0"/>
              <a:t>נסדר את </a:t>
            </a:r>
            <a:r>
              <a:rPr lang="he-IL" sz="1600" b="0" dirty="0" err="1"/>
              <a:t>הפריימים</a:t>
            </a:r>
            <a:endParaRPr lang="he-IL" sz="1600" b="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he-IL" sz="1600" dirty="0"/>
              <a:t>הקפידו להשתמש ב</a:t>
            </a:r>
            <a:r>
              <a:rPr lang="en-US" sz="1600" dirty="0"/>
              <a:t>align tool</a:t>
            </a:r>
            <a:r>
              <a:rPr lang="he-IL" sz="1600" dirty="0"/>
              <a:t> על מנת שלא יהיו קפיצות בין </a:t>
            </a:r>
            <a:r>
              <a:rPr lang="he-IL" sz="1600" dirty="0" err="1"/>
              <a:t>הפריימים</a:t>
            </a:r>
            <a:endParaRPr lang="he-IL" sz="16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he-IL" sz="1600" b="0" dirty="0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625BB47D-890C-949E-F066-A73FE2D6C1C6}"/>
              </a:ext>
            </a:extLst>
          </p:cNvPr>
          <p:cNvSpPr txBox="1"/>
          <p:nvPr/>
        </p:nvSpPr>
        <p:spPr>
          <a:xfrm>
            <a:off x="8276430" y="6533100"/>
            <a:ext cx="38223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400" dirty="0">
                <a:hlinkClick r:id="rId5"/>
              </a:rPr>
              <a:t>הורדת קובץ </a:t>
            </a:r>
            <a:r>
              <a:rPr lang="he-IL" sz="1400" dirty="0" err="1">
                <a:hlinkClick r:id="rId5"/>
              </a:rPr>
              <a:t>אילוסטרייטור</a:t>
            </a:r>
            <a:r>
              <a:rPr lang="he-IL" sz="1400" dirty="0">
                <a:hlinkClick r:id="rId5"/>
              </a:rPr>
              <a:t> מוכן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387635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6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89998-B5E6-9D32-CFCC-1563528E2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תמונה 12">
            <a:extLst>
              <a:ext uri="{FF2B5EF4-FFF2-40B4-BE49-F238E27FC236}">
                <a16:creationId xmlns:a16="http://schemas.microsoft.com/office/drawing/2014/main" id="{D3E3770B-0E62-4A09-04FC-F064C55DDE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045"/>
          <a:stretch/>
        </p:blipFill>
        <p:spPr>
          <a:xfrm>
            <a:off x="0" y="762003"/>
            <a:ext cx="12192000" cy="6499847"/>
          </a:xfrm>
          <a:prstGeom prst="rect">
            <a:avLst/>
          </a:prstGeom>
        </p:spPr>
      </p:pic>
      <p:cxnSp>
        <p:nvCxnSpPr>
          <p:cNvPr id="7" name="מחבר ישר 8">
            <a:extLst>
              <a:ext uri="{FF2B5EF4-FFF2-40B4-BE49-F238E27FC236}">
                <a16:creationId xmlns:a16="http://schemas.microsoft.com/office/drawing/2014/main" id="{1AC9916D-5D54-C738-D500-5597E91738E7}"/>
              </a:ext>
            </a:extLst>
          </p:cNvPr>
          <p:cNvCxnSpPr>
            <a:cxnSpLocks/>
          </p:cNvCxnSpPr>
          <p:nvPr/>
        </p:nvCxnSpPr>
        <p:spPr>
          <a:xfrm>
            <a:off x="16259613" y="2815281"/>
            <a:ext cx="167706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!!מלבן!!">
            <a:extLst>
              <a:ext uri="{FF2B5EF4-FFF2-40B4-BE49-F238E27FC236}">
                <a16:creationId xmlns:a16="http://schemas.microsoft.com/office/drawing/2014/main" id="{624E90CE-9B31-5EAA-DB78-22DB5E55D602}"/>
              </a:ext>
            </a:extLst>
          </p:cNvPr>
          <p:cNvSpPr/>
          <p:nvPr/>
        </p:nvSpPr>
        <p:spPr>
          <a:xfrm rot="10800000" flipH="1">
            <a:off x="-280153" y="-2210788"/>
            <a:ext cx="13331020" cy="5026069"/>
          </a:xfrm>
          <a:custGeom>
            <a:avLst/>
            <a:gdLst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12873509 w 13331020"/>
              <a:gd name="connsiteY2" fmla="*/ 1201733 h 5026069"/>
              <a:gd name="connsiteX3" fmla="*/ 12873509 w 13331020"/>
              <a:gd name="connsiteY3" fmla="*/ 1201733 h 5026069"/>
              <a:gd name="connsiteX4" fmla="*/ 12873509 w 13331020"/>
              <a:gd name="connsiteY4" fmla="*/ 4837467 h 5026069"/>
              <a:gd name="connsiteX5" fmla="*/ 12873509 w 13331020"/>
              <a:gd name="connsiteY5" fmla="*/ 4837467 h 5026069"/>
              <a:gd name="connsiteX6" fmla="*/ 172625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1201733 h 5026069"/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12873509 w 13331020"/>
              <a:gd name="connsiteY2" fmla="*/ 1201733 h 5026069"/>
              <a:gd name="connsiteX3" fmla="*/ 12873509 w 13331020"/>
              <a:gd name="connsiteY3" fmla="*/ 1201733 h 5026069"/>
              <a:gd name="connsiteX4" fmla="*/ 12873509 w 13331020"/>
              <a:gd name="connsiteY4" fmla="*/ 4837467 h 5026069"/>
              <a:gd name="connsiteX5" fmla="*/ 12873509 w 13331020"/>
              <a:gd name="connsiteY5" fmla="*/ 4837467 h 5026069"/>
              <a:gd name="connsiteX6" fmla="*/ 172625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1201733 h 5026069"/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5665817 w 13331020"/>
              <a:gd name="connsiteY2" fmla="*/ 1724118 h 5026069"/>
              <a:gd name="connsiteX3" fmla="*/ 12873509 w 13331020"/>
              <a:gd name="connsiteY3" fmla="*/ 1201733 h 5026069"/>
              <a:gd name="connsiteX4" fmla="*/ 12873509 w 13331020"/>
              <a:gd name="connsiteY4" fmla="*/ 1201733 h 5026069"/>
              <a:gd name="connsiteX5" fmla="*/ 12873509 w 13331020"/>
              <a:gd name="connsiteY5" fmla="*/ 4837467 h 5026069"/>
              <a:gd name="connsiteX6" fmla="*/ 12873509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4837467 h 5026069"/>
              <a:gd name="connsiteX9" fmla="*/ 172625 w 13331020"/>
              <a:gd name="connsiteY9" fmla="*/ 1201733 h 5026069"/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12873509 w 13331020"/>
              <a:gd name="connsiteY2" fmla="*/ 1201733 h 5026069"/>
              <a:gd name="connsiteX3" fmla="*/ 12873509 w 13331020"/>
              <a:gd name="connsiteY3" fmla="*/ 1201733 h 5026069"/>
              <a:gd name="connsiteX4" fmla="*/ 12873509 w 13331020"/>
              <a:gd name="connsiteY4" fmla="*/ 4837467 h 5026069"/>
              <a:gd name="connsiteX5" fmla="*/ 12873509 w 13331020"/>
              <a:gd name="connsiteY5" fmla="*/ 4837467 h 5026069"/>
              <a:gd name="connsiteX6" fmla="*/ 172625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1201733 h 5026069"/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12873509 w 13331020"/>
              <a:gd name="connsiteY2" fmla="*/ 1201733 h 5026069"/>
              <a:gd name="connsiteX3" fmla="*/ 12873509 w 13331020"/>
              <a:gd name="connsiteY3" fmla="*/ 1201733 h 5026069"/>
              <a:gd name="connsiteX4" fmla="*/ 12873509 w 13331020"/>
              <a:gd name="connsiteY4" fmla="*/ 4837467 h 5026069"/>
              <a:gd name="connsiteX5" fmla="*/ 12873509 w 13331020"/>
              <a:gd name="connsiteY5" fmla="*/ 4837467 h 5026069"/>
              <a:gd name="connsiteX6" fmla="*/ 172625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1201733 h 5026069"/>
              <a:gd name="connsiteX0" fmla="*/ 172625 w 13331020"/>
              <a:gd name="connsiteY0" fmla="*/ 1201733 h 5026069"/>
              <a:gd name="connsiteX1" fmla="*/ 172625 w 13331020"/>
              <a:gd name="connsiteY1" fmla="*/ 1201733 h 5026069"/>
              <a:gd name="connsiteX2" fmla="*/ 12873509 w 13331020"/>
              <a:gd name="connsiteY2" fmla="*/ 1201733 h 5026069"/>
              <a:gd name="connsiteX3" fmla="*/ 12873509 w 13331020"/>
              <a:gd name="connsiteY3" fmla="*/ 1201733 h 5026069"/>
              <a:gd name="connsiteX4" fmla="*/ 12873509 w 13331020"/>
              <a:gd name="connsiteY4" fmla="*/ 4837467 h 5026069"/>
              <a:gd name="connsiteX5" fmla="*/ 12873509 w 13331020"/>
              <a:gd name="connsiteY5" fmla="*/ 4837467 h 5026069"/>
              <a:gd name="connsiteX6" fmla="*/ 172625 w 13331020"/>
              <a:gd name="connsiteY6" fmla="*/ 4837467 h 5026069"/>
              <a:gd name="connsiteX7" fmla="*/ 172625 w 13331020"/>
              <a:gd name="connsiteY7" fmla="*/ 4837467 h 5026069"/>
              <a:gd name="connsiteX8" fmla="*/ 172625 w 13331020"/>
              <a:gd name="connsiteY8" fmla="*/ 1201733 h 5026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31020" h="5026069" fill="none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2862709" y="2065454"/>
                  <a:pt x="2972095" y="-901328"/>
                  <a:pt x="12873509" y="1201733"/>
                </a:cubicBezTo>
                <a:lnTo>
                  <a:pt x="12873509" y="1201733"/>
                </a:lnTo>
                <a:cubicBezTo>
                  <a:pt x="13582850" y="2142531"/>
                  <a:pt x="13506706" y="3868532"/>
                  <a:pt x="12873509" y="4837467"/>
                </a:cubicBezTo>
                <a:lnTo>
                  <a:pt x="12873509" y="4837467"/>
                </a:lnTo>
                <a:cubicBezTo>
                  <a:pt x="6953006" y="5240736"/>
                  <a:pt x="997315" y="4829353"/>
                  <a:pt x="172625" y="4837467"/>
                </a:cubicBezTo>
                <a:lnTo>
                  <a:pt x="172625" y="4837467"/>
                </a:lnTo>
                <a:cubicBezTo>
                  <a:pt x="511602" y="4259416"/>
                  <a:pt x="232588" y="1802238"/>
                  <a:pt x="172625" y="1201733"/>
                </a:cubicBezTo>
                <a:close/>
              </a:path>
              <a:path w="13331020" h="5026069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3085760" y="951021"/>
                  <a:pt x="8759782" y="2466869"/>
                  <a:pt x="12873509" y="1201733"/>
                </a:cubicBezTo>
                <a:lnTo>
                  <a:pt x="12873509" y="1201733"/>
                </a:lnTo>
                <a:cubicBezTo>
                  <a:pt x="12629123" y="2169774"/>
                  <a:pt x="12873360" y="4656090"/>
                  <a:pt x="12873509" y="4837467"/>
                </a:cubicBezTo>
                <a:lnTo>
                  <a:pt x="12873509" y="4837467"/>
                </a:lnTo>
                <a:cubicBezTo>
                  <a:pt x="12597468" y="4754124"/>
                  <a:pt x="2939750" y="5447711"/>
                  <a:pt x="172625" y="4837467"/>
                </a:cubicBezTo>
                <a:lnTo>
                  <a:pt x="172625" y="4837467"/>
                </a:lnTo>
                <a:cubicBezTo>
                  <a:pt x="249238" y="3605529"/>
                  <a:pt x="-297669" y="1895189"/>
                  <a:pt x="172625" y="1201733"/>
                </a:cubicBezTo>
                <a:close/>
              </a:path>
              <a:path w="13331020" h="5026069" fill="none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1058754" y="1375957"/>
                  <a:pt x="2486118" y="1194260"/>
                  <a:pt x="5665817" y="1724118"/>
                </a:cubicBezTo>
                <a:cubicBezTo>
                  <a:pt x="7857638" y="1565825"/>
                  <a:pt x="11652773" y="1073802"/>
                  <a:pt x="12873509" y="1201733"/>
                </a:cubicBezTo>
                <a:lnTo>
                  <a:pt x="12873509" y="1201733"/>
                </a:lnTo>
                <a:cubicBezTo>
                  <a:pt x="13115826" y="1857047"/>
                  <a:pt x="12644065" y="3187333"/>
                  <a:pt x="12873509" y="4837467"/>
                </a:cubicBezTo>
                <a:lnTo>
                  <a:pt x="12873509" y="4837467"/>
                </a:lnTo>
                <a:cubicBezTo>
                  <a:pt x="8357774" y="4871217"/>
                  <a:pt x="4726949" y="3943460"/>
                  <a:pt x="172625" y="4837467"/>
                </a:cubicBezTo>
                <a:lnTo>
                  <a:pt x="172625" y="4837467"/>
                </a:lnTo>
                <a:cubicBezTo>
                  <a:pt x="487818" y="4109869"/>
                  <a:pt x="51902" y="2067731"/>
                  <a:pt x="172625" y="1201733"/>
                </a:cubicBezTo>
                <a:close/>
              </a:path>
              <a:path w="13331020" h="5026069" fill="none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3632539" y="2114662"/>
                  <a:pt x="6609668" y="-1819005"/>
                  <a:pt x="12873509" y="1201733"/>
                </a:cubicBezTo>
                <a:lnTo>
                  <a:pt x="12873509" y="1201733"/>
                </a:lnTo>
                <a:cubicBezTo>
                  <a:pt x="12801954" y="2618597"/>
                  <a:pt x="12917174" y="3621537"/>
                  <a:pt x="12873509" y="4837467"/>
                </a:cubicBezTo>
                <a:lnTo>
                  <a:pt x="12873509" y="4837467"/>
                </a:lnTo>
                <a:cubicBezTo>
                  <a:pt x="7171208" y="5026770"/>
                  <a:pt x="1117865" y="5183039"/>
                  <a:pt x="172625" y="4837467"/>
                </a:cubicBezTo>
                <a:lnTo>
                  <a:pt x="172625" y="4837467"/>
                </a:lnTo>
                <a:cubicBezTo>
                  <a:pt x="91607" y="4041730"/>
                  <a:pt x="125993" y="2108372"/>
                  <a:pt x="172625" y="1201733"/>
                </a:cubicBezTo>
                <a:close/>
              </a:path>
              <a:path w="13331020" h="5026069" fill="none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3382029" y="1656241"/>
                  <a:pt x="2387398" y="-2066341"/>
                  <a:pt x="12873509" y="1201733"/>
                </a:cubicBezTo>
                <a:lnTo>
                  <a:pt x="12873509" y="1201733"/>
                </a:lnTo>
                <a:cubicBezTo>
                  <a:pt x="13169177" y="2043403"/>
                  <a:pt x="13146006" y="3764783"/>
                  <a:pt x="12873509" y="4837467"/>
                </a:cubicBezTo>
                <a:lnTo>
                  <a:pt x="12873509" y="4837467"/>
                </a:lnTo>
                <a:cubicBezTo>
                  <a:pt x="10653315" y="4990766"/>
                  <a:pt x="4765726" y="4832527"/>
                  <a:pt x="172625" y="4837467"/>
                </a:cubicBezTo>
                <a:lnTo>
                  <a:pt x="172625" y="4837467"/>
                </a:lnTo>
                <a:cubicBezTo>
                  <a:pt x="46033" y="4207275"/>
                  <a:pt x="27985" y="2098178"/>
                  <a:pt x="172625" y="1201733"/>
                </a:cubicBezTo>
                <a:close/>
              </a:path>
              <a:path w="13331020" h="5026069" fill="none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2914507" y="1644468"/>
                  <a:pt x="3047899" y="-1071906"/>
                  <a:pt x="12873509" y="1201733"/>
                </a:cubicBezTo>
                <a:lnTo>
                  <a:pt x="12873509" y="1201733"/>
                </a:lnTo>
                <a:cubicBezTo>
                  <a:pt x="13295710" y="2242014"/>
                  <a:pt x="13572032" y="3581992"/>
                  <a:pt x="12873509" y="4837467"/>
                </a:cubicBezTo>
                <a:lnTo>
                  <a:pt x="12873509" y="4837467"/>
                </a:lnTo>
                <a:cubicBezTo>
                  <a:pt x="7255671" y="4978022"/>
                  <a:pt x="1087625" y="4948804"/>
                  <a:pt x="172625" y="4837467"/>
                </a:cubicBezTo>
                <a:lnTo>
                  <a:pt x="172625" y="4837467"/>
                </a:lnTo>
                <a:cubicBezTo>
                  <a:pt x="356958" y="4082637"/>
                  <a:pt x="54214" y="1938133"/>
                  <a:pt x="172625" y="1201733"/>
                </a:cubicBezTo>
                <a:close/>
              </a:path>
              <a:path w="13331020" h="5026069" fill="none" stroke="0" extrusionOk="0">
                <a:moveTo>
                  <a:pt x="172625" y="1201733"/>
                </a:moveTo>
                <a:lnTo>
                  <a:pt x="172625" y="1201733"/>
                </a:lnTo>
                <a:cubicBezTo>
                  <a:pt x="2858453" y="1856927"/>
                  <a:pt x="2878260" y="-1133065"/>
                  <a:pt x="12873509" y="1201733"/>
                </a:cubicBezTo>
                <a:lnTo>
                  <a:pt x="12873509" y="1201733"/>
                </a:lnTo>
                <a:cubicBezTo>
                  <a:pt x="13526764" y="2190907"/>
                  <a:pt x="13466392" y="3809816"/>
                  <a:pt x="12873509" y="4837467"/>
                </a:cubicBezTo>
                <a:lnTo>
                  <a:pt x="12873509" y="4837467"/>
                </a:lnTo>
                <a:cubicBezTo>
                  <a:pt x="7108879" y="5104022"/>
                  <a:pt x="1018817" y="4854216"/>
                  <a:pt x="172625" y="4837467"/>
                </a:cubicBezTo>
                <a:lnTo>
                  <a:pt x="172625" y="4837467"/>
                </a:lnTo>
                <a:cubicBezTo>
                  <a:pt x="282896" y="4206677"/>
                  <a:pt x="167848" y="1897505"/>
                  <a:pt x="172625" y="1201733"/>
                </a:cubicBezTo>
                <a:close/>
              </a:path>
            </a:pathLst>
          </a:custGeom>
          <a:solidFill>
            <a:srgbClr val="F8C932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2967545145">
                  <a:custGeom>
                    <a:avLst/>
                    <a:gdLst>
                      <a:gd name="connsiteX0" fmla="*/ 153930 w 13229762"/>
                      <a:gd name="connsiteY0" fmla="*/ 1260153 h 5015579"/>
                      <a:gd name="connsiteX1" fmla="*/ 153930 w 13229762"/>
                      <a:gd name="connsiteY1" fmla="*/ 1260153 h 5015579"/>
                      <a:gd name="connsiteX2" fmla="*/ 12854814 w 13229762"/>
                      <a:gd name="connsiteY2" fmla="*/ 1260153 h 5015579"/>
                      <a:gd name="connsiteX3" fmla="*/ 12854814 w 13229762"/>
                      <a:gd name="connsiteY3" fmla="*/ 1260153 h 5015579"/>
                      <a:gd name="connsiteX4" fmla="*/ 12854814 w 13229762"/>
                      <a:gd name="connsiteY4" fmla="*/ 4895887 h 5015579"/>
                      <a:gd name="connsiteX5" fmla="*/ 12854814 w 13229762"/>
                      <a:gd name="connsiteY5" fmla="*/ 4895887 h 5015579"/>
                      <a:gd name="connsiteX6" fmla="*/ 153930 w 13229762"/>
                      <a:gd name="connsiteY6" fmla="*/ 4895887 h 5015579"/>
                      <a:gd name="connsiteX7" fmla="*/ 153930 w 13229762"/>
                      <a:gd name="connsiteY7" fmla="*/ 4895887 h 5015579"/>
                      <a:gd name="connsiteX8" fmla="*/ 153930 w 13229762"/>
                      <a:gd name="connsiteY8" fmla="*/ 1260153 h 5015579"/>
                      <a:gd name="connsiteX0" fmla="*/ 153930 w 13229762"/>
                      <a:gd name="connsiteY0" fmla="*/ 1260153 h 5015579"/>
                      <a:gd name="connsiteX1" fmla="*/ 153930 w 13229762"/>
                      <a:gd name="connsiteY1" fmla="*/ 1260153 h 5015579"/>
                      <a:gd name="connsiteX2" fmla="*/ 12854814 w 13229762"/>
                      <a:gd name="connsiteY2" fmla="*/ 1260153 h 5015579"/>
                      <a:gd name="connsiteX3" fmla="*/ 12854814 w 13229762"/>
                      <a:gd name="connsiteY3" fmla="*/ 1260153 h 5015579"/>
                      <a:gd name="connsiteX4" fmla="*/ 12854814 w 13229762"/>
                      <a:gd name="connsiteY4" fmla="*/ 4895887 h 5015579"/>
                      <a:gd name="connsiteX5" fmla="*/ 12854814 w 13229762"/>
                      <a:gd name="connsiteY5" fmla="*/ 4895887 h 5015579"/>
                      <a:gd name="connsiteX6" fmla="*/ 153930 w 13229762"/>
                      <a:gd name="connsiteY6" fmla="*/ 4895887 h 5015579"/>
                      <a:gd name="connsiteX7" fmla="*/ 153930 w 13229762"/>
                      <a:gd name="connsiteY7" fmla="*/ 4895887 h 5015579"/>
                      <a:gd name="connsiteX8" fmla="*/ 153930 w 13229762"/>
                      <a:gd name="connsiteY8" fmla="*/ 1260153 h 5015579"/>
                      <a:gd name="connsiteX0" fmla="*/ 153930 w 13229762"/>
                      <a:gd name="connsiteY0" fmla="*/ 1260153 h 5015579"/>
                      <a:gd name="connsiteX1" fmla="*/ 153930 w 13229762"/>
                      <a:gd name="connsiteY1" fmla="*/ 1260153 h 5015579"/>
                      <a:gd name="connsiteX2" fmla="*/ 5647122 w 13229762"/>
                      <a:gd name="connsiteY2" fmla="*/ 1782538 h 5015579"/>
                      <a:gd name="connsiteX3" fmla="*/ 12854814 w 13229762"/>
                      <a:gd name="connsiteY3" fmla="*/ 1260153 h 5015579"/>
                      <a:gd name="connsiteX4" fmla="*/ 12854814 w 13229762"/>
                      <a:gd name="connsiteY4" fmla="*/ 1260153 h 5015579"/>
                      <a:gd name="connsiteX5" fmla="*/ 12854814 w 13229762"/>
                      <a:gd name="connsiteY5" fmla="*/ 4895887 h 5015579"/>
                      <a:gd name="connsiteX6" fmla="*/ 12854814 w 13229762"/>
                      <a:gd name="connsiteY6" fmla="*/ 4895887 h 5015579"/>
                      <a:gd name="connsiteX7" fmla="*/ 153930 w 13229762"/>
                      <a:gd name="connsiteY7" fmla="*/ 4895887 h 5015579"/>
                      <a:gd name="connsiteX8" fmla="*/ 153930 w 13229762"/>
                      <a:gd name="connsiteY8" fmla="*/ 4895887 h 5015579"/>
                      <a:gd name="connsiteX9" fmla="*/ 153930 w 13229762"/>
                      <a:gd name="connsiteY9" fmla="*/ 1260153 h 5015579"/>
                      <a:gd name="connsiteX0" fmla="*/ 153930 w 13229762"/>
                      <a:gd name="connsiteY0" fmla="*/ 1260153 h 5015579"/>
                      <a:gd name="connsiteX1" fmla="*/ 153930 w 13229762"/>
                      <a:gd name="connsiteY1" fmla="*/ 1260153 h 5015579"/>
                      <a:gd name="connsiteX2" fmla="*/ 12854814 w 13229762"/>
                      <a:gd name="connsiteY2" fmla="*/ 1260153 h 5015579"/>
                      <a:gd name="connsiteX3" fmla="*/ 12854814 w 13229762"/>
                      <a:gd name="connsiteY3" fmla="*/ 1260153 h 5015579"/>
                      <a:gd name="connsiteX4" fmla="*/ 12854814 w 13229762"/>
                      <a:gd name="connsiteY4" fmla="*/ 4895887 h 5015579"/>
                      <a:gd name="connsiteX5" fmla="*/ 12854814 w 13229762"/>
                      <a:gd name="connsiteY5" fmla="*/ 4895887 h 5015579"/>
                      <a:gd name="connsiteX6" fmla="*/ 153930 w 13229762"/>
                      <a:gd name="connsiteY6" fmla="*/ 4895887 h 5015579"/>
                      <a:gd name="connsiteX7" fmla="*/ 153930 w 13229762"/>
                      <a:gd name="connsiteY7" fmla="*/ 4895887 h 5015579"/>
                      <a:gd name="connsiteX8" fmla="*/ 153930 w 13229762"/>
                      <a:gd name="connsiteY8" fmla="*/ 1260153 h 5015579"/>
                      <a:gd name="connsiteX0" fmla="*/ 153930 w 13229762"/>
                      <a:gd name="connsiteY0" fmla="*/ 1260153 h 5015579"/>
                      <a:gd name="connsiteX1" fmla="*/ 153930 w 13229762"/>
                      <a:gd name="connsiteY1" fmla="*/ 1260153 h 5015579"/>
                      <a:gd name="connsiteX2" fmla="*/ 12854814 w 13229762"/>
                      <a:gd name="connsiteY2" fmla="*/ 1260153 h 5015579"/>
                      <a:gd name="connsiteX3" fmla="*/ 12854814 w 13229762"/>
                      <a:gd name="connsiteY3" fmla="*/ 1260153 h 5015579"/>
                      <a:gd name="connsiteX4" fmla="*/ 12854814 w 13229762"/>
                      <a:gd name="connsiteY4" fmla="*/ 4895887 h 5015579"/>
                      <a:gd name="connsiteX5" fmla="*/ 12854814 w 13229762"/>
                      <a:gd name="connsiteY5" fmla="*/ 4895887 h 5015579"/>
                      <a:gd name="connsiteX6" fmla="*/ 153930 w 13229762"/>
                      <a:gd name="connsiteY6" fmla="*/ 4895887 h 5015579"/>
                      <a:gd name="connsiteX7" fmla="*/ 153930 w 13229762"/>
                      <a:gd name="connsiteY7" fmla="*/ 4895887 h 5015579"/>
                      <a:gd name="connsiteX8" fmla="*/ 153930 w 13229762"/>
                      <a:gd name="connsiteY8" fmla="*/ 1260153 h 501557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12873509 w 13331020"/>
                      <a:gd name="connsiteY2" fmla="*/ 1201733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4837467 h 5026069"/>
                      <a:gd name="connsiteX5" fmla="*/ 12873509 w 13331020"/>
                      <a:gd name="connsiteY5" fmla="*/ 4837467 h 5026069"/>
                      <a:gd name="connsiteX6" fmla="*/ 172625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1201733 h 502606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12873509 w 13331020"/>
                      <a:gd name="connsiteY2" fmla="*/ 1201733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4837467 h 5026069"/>
                      <a:gd name="connsiteX5" fmla="*/ 12873509 w 13331020"/>
                      <a:gd name="connsiteY5" fmla="*/ 4837467 h 5026069"/>
                      <a:gd name="connsiteX6" fmla="*/ 172625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1201733 h 502606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5665817 w 13331020"/>
                      <a:gd name="connsiteY2" fmla="*/ 1724118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1201733 h 5026069"/>
                      <a:gd name="connsiteX5" fmla="*/ 12873509 w 13331020"/>
                      <a:gd name="connsiteY5" fmla="*/ 4837467 h 5026069"/>
                      <a:gd name="connsiteX6" fmla="*/ 12873509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4837467 h 5026069"/>
                      <a:gd name="connsiteX9" fmla="*/ 172625 w 13331020"/>
                      <a:gd name="connsiteY9" fmla="*/ 1201733 h 502606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12873509 w 13331020"/>
                      <a:gd name="connsiteY2" fmla="*/ 1201733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4837467 h 5026069"/>
                      <a:gd name="connsiteX5" fmla="*/ 12873509 w 13331020"/>
                      <a:gd name="connsiteY5" fmla="*/ 4837467 h 5026069"/>
                      <a:gd name="connsiteX6" fmla="*/ 172625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1201733 h 502606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12873509 w 13331020"/>
                      <a:gd name="connsiteY2" fmla="*/ 1201733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4837467 h 5026069"/>
                      <a:gd name="connsiteX5" fmla="*/ 12873509 w 13331020"/>
                      <a:gd name="connsiteY5" fmla="*/ 4837467 h 5026069"/>
                      <a:gd name="connsiteX6" fmla="*/ 172625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1201733 h 5026069"/>
                      <a:gd name="connsiteX0" fmla="*/ 172625 w 13331020"/>
                      <a:gd name="connsiteY0" fmla="*/ 1201733 h 5026069"/>
                      <a:gd name="connsiteX1" fmla="*/ 172625 w 13331020"/>
                      <a:gd name="connsiteY1" fmla="*/ 1201733 h 5026069"/>
                      <a:gd name="connsiteX2" fmla="*/ 12873509 w 13331020"/>
                      <a:gd name="connsiteY2" fmla="*/ 1201733 h 5026069"/>
                      <a:gd name="connsiteX3" fmla="*/ 12873509 w 13331020"/>
                      <a:gd name="connsiteY3" fmla="*/ 1201733 h 5026069"/>
                      <a:gd name="connsiteX4" fmla="*/ 12873509 w 13331020"/>
                      <a:gd name="connsiteY4" fmla="*/ 4837467 h 5026069"/>
                      <a:gd name="connsiteX5" fmla="*/ 12873509 w 13331020"/>
                      <a:gd name="connsiteY5" fmla="*/ 4837467 h 5026069"/>
                      <a:gd name="connsiteX6" fmla="*/ 172625 w 13331020"/>
                      <a:gd name="connsiteY6" fmla="*/ 4837467 h 5026069"/>
                      <a:gd name="connsiteX7" fmla="*/ 172625 w 13331020"/>
                      <a:gd name="connsiteY7" fmla="*/ 4837467 h 5026069"/>
                      <a:gd name="connsiteX8" fmla="*/ 172625 w 13331020"/>
                      <a:gd name="connsiteY8" fmla="*/ 1201733 h 502606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331020" h="5026069" fill="none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2951635" y="1718756"/>
                          <a:pt x="2837500" y="-1134337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3537958" y="2148428"/>
                          <a:pt x="13426554" y="3778759"/>
                          <a:pt x="12873509" y="4837467"/>
                        </a:cubicBezTo>
                        <a:lnTo>
                          <a:pt x="12873509" y="4837467"/>
                        </a:lnTo>
                        <a:cubicBezTo>
                          <a:pt x="7066394" y="5149578"/>
                          <a:pt x="1037799" y="4832280"/>
                          <a:pt x="172625" y="4837467"/>
                        </a:cubicBezTo>
                        <a:lnTo>
                          <a:pt x="172625" y="4837467"/>
                        </a:lnTo>
                        <a:cubicBezTo>
                          <a:pt x="403878" y="4206328"/>
                          <a:pt x="230452" y="1810718"/>
                          <a:pt x="172625" y="1201733"/>
                        </a:cubicBezTo>
                        <a:close/>
                      </a:path>
                      <a:path w="13331020" h="5026069" stroke="0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2836626" y="974359"/>
                          <a:pt x="8071537" y="1958439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2639437" y="2157920"/>
                          <a:pt x="12876524" y="4632859"/>
                          <a:pt x="12873509" y="4837467"/>
                        </a:cubicBezTo>
                        <a:lnTo>
                          <a:pt x="12873509" y="4837467"/>
                        </a:lnTo>
                        <a:cubicBezTo>
                          <a:pt x="12522348" y="4758547"/>
                          <a:pt x="2756579" y="5298830"/>
                          <a:pt x="172625" y="4837467"/>
                        </a:cubicBezTo>
                        <a:lnTo>
                          <a:pt x="172625" y="4837467"/>
                        </a:lnTo>
                        <a:cubicBezTo>
                          <a:pt x="254920" y="3650686"/>
                          <a:pt x="-254060" y="1904740"/>
                          <a:pt x="172625" y="1201733"/>
                        </a:cubicBezTo>
                        <a:close/>
                      </a:path>
                      <a:path w="13331020" h="5026069" fill="none" stroke="0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1058316" y="1277245"/>
                          <a:pt x="2445591" y="1326155"/>
                          <a:pt x="5665817" y="1724118"/>
                        </a:cubicBezTo>
                        <a:cubicBezTo>
                          <a:pt x="7818509" y="1648402"/>
                          <a:pt x="11649470" y="1114168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2964854" y="1940923"/>
                          <a:pt x="12815566" y="3203659"/>
                          <a:pt x="12873509" y="4837467"/>
                        </a:cubicBezTo>
                        <a:lnTo>
                          <a:pt x="12873509" y="4837467"/>
                        </a:lnTo>
                        <a:cubicBezTo>
                          <a:pt x="7795829" y="4693516"/>
                          <a:pt x="4527114" y="4233314"/>
                          <a:pt x="172625" y="4837467"/>
                        </a:cubicBezTo>
                        <a:lnTo>
                          <a:pt x="172625" y="4837467"/>
                        </a:lnTo>
                        <a:cubicBezTo>
                          <a:pt x="432145" y="4136445"/>
                          <a:pt x="79065" y="2058749"/>
                          <a:pt x="172625" y="1201733"/>
                        </a:cubicBezTo>
                        <a:close/>
                      </a:path>
                      <a:path w="13331020" h="5026069" fill="none" stroke="0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3423233" y="1585694"/>
                          <a:pt x="7556532" y="-1684246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2848006" y="2470534"/>
                          <a:pt x="13067780" y="3572867"/>
                          <a:pt x="12873509" y="4837467"/>
                        </a:cubicBezTo>
                        <a:lnTo>
                          <a:pt x="12873509" y="4837467"/>
                        </a:lnTo>
                        <a:cubicBezTo>
                          <a:pt x="7338535" y="4937299"/>
                          <a:pt x="1129129" y="5058247"/>
                          <a:pt x="172625" y="4837467"/>
                        </a:cubicBezTo>
                        <a:lnTo>
                          <a:pt x="172625" y="4837467"/>
                        </a:lnTo>
                        <a:cubicBezTo>
                          <a:pt x="60295" y="4080042"/>
                          <a:pt x="147703" y="2084923"/>
                          <a:pt x="172625" y="1201733"/>
                        </a:cubicBezTo>
                        <a:close/>
                      </a:path>
                      <a:path w="13331020" h="5026069" fill="none" stroke="0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3045246" y="1752850"/>
                          <a:pt x="2873811" y="-1759145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3166751" y="2058279"/>
                          <a:pt x="13276141" y="3660974"/>
                          <a:pt x="12873509" y="4837467"/>
                        </a:cubicBezTo>
                        <a:lnTo>
                          <a:pt x="12873509" y="4837467"/>
                        </a:lnTo>
                        <a:lnTo>
                          <a:pt x="172625" y="4837467"/>
                        </a:lnTo>
                        <a:lnTo>
                          <a:pt x="172625" y="4837467"/>
                        </a:lnTo>
                        <a:cubicBezTo>
                          <a:pt x="196096" y="4152942"/>
                          <a:pt x="123970" y="2014995"/>
                          <a:pt x="172625" y="1201733"/>
                        </a:cubicBezTo>
                        <a:close/>
                      </a:path>
                      <a:path w="13331020" h="5026069" fill="none" stroke="0" extrusionOk="0">
                        <a:moveTo>
                          <a:pt x="172625" y="1201733"/>
                        </a:moveTo>
                        <a:lnTo>
                          <a:pt x="172625" y="1201733"/>
                        </a:lnTo>
                        <a:cubicBezTo>
                          <a:pt x="2758044" y="1826091"/>
                          <a:pt x="2795006" y="-1274433"/>
                          <a:pt x="12873509" y="1201733"/>
                        </a:cubicBezTo>
                        <a:lnTo>
                          <a:pt x="12873509" y="1201733"/>
                        </a:lnTo>
                        <a:cubicBezTo>
                          <a:pt x="13379586" y="2243017"/>
                          <a:pt x="13399062" y="3730054"/>
                          <a:pt x="12873509" y="4837467"/>
                        </a:cubicBezTo>
                        <a:lnTo>
                          <a:pt x="12873509" y="4837467"/>
                        </a:lnTo>
                        <a:cubicBezTo>
                          <a:pt x="7262009" y="4959329"/>
                          <a:pt x="1022243" y="4902970"/>
                          <a:pt x="172625" y="4837467"/>
                        </a:cubicBezTo>
                        <a:lnTo>
                          <a:pt x="172625" y="4837467"/>
                        </a:lnTo>
                        <a:cubicBezTo>
                          <a:pt x="283732" y="4194063"/>
                          <a:pt x="165959" y="1905856"/>
                          <a:pt x="172625" y="1201733"/>
                        </a:cubicBezTo>
                        <a:close/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כותרת 1">
            <a:extLst>
              <a:ext uri="{FF2B5EF4-FFF2-40B4-BE49-F238E27FC236}">
                <a16:creationId xmlns:a16="http://schemas.microsoft.com/office/drawing/2014/main" id="{B1762071-A9A7-9D0A-EDE4-276871D6D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5823" y="17123"/>
            <a:ext cx="4886135" cy="1325563"/>
          </a:xfrm>
          <a:noFill/>
        </p:spPr>
        <p:txBody>
          <a:bodyPr>
            <a:normAutofit/>
          </a:bodyPr>
          <a:lstStyle/>
          <a:p>
            <a:r>
              <a:rPr lang="he-IL" sz="40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כמעט סיימנו!</a:t>
            </a:r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FA07EB13-1E53-C1CC-AC35-C697CB4F0B48}"/>
              </a:ext>
            </a:extLst>
          </p:cNvPr>
          <p:cNvSpPr txBox="1"/>
          <p:nvPr/>
        </p:nvSpPr>
        <p:spPr>
          <a:xfrm>
            <a:off x="8276430" y="6533100"/>
            <a:ext cx="38223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400" dirty="0">
                <a:hlinkClick r:id="rId3"/>
              </a:rPr>
              <a:t>הורדת קובץ </a:t>
            </a:r>
            <a:r>
              <a:rPr lang="he-IL" sz="1400" dirty="0" err="1">
                <a:hlinkClick r:id="rId3"/>
              </a:rPr>
              <a:t>אילוסטרייטור</a:t>
            </a:r>
            <a:r>
              <a:rPr lang="he-IL" sz="1400" dirty="0">
                <a:hlinkClick r:id="rId3"/>
              </a:rPr>
              <a:t> מוכן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63759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BDBE2-6207-0FF1-C164-9AD086B0D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xportIllu">
            <a:hlinkClick r:id="" action="ppaction://media"/>
            <a:extLst>
              <a:ext uri="{FF2B5EF4-FFF2-40B4-BE49-F238E27FC236}">
                <a16:creationId xmlns:a16="http://schemas.microsoft.com/office/drawing/2014/main" id="{9EFDCA18-0278-3E12-FA77-3E3FDB52D7F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20180" r="17975" b="2166"/>
          <a:stretch/>
        </p:blipFill>
        <p:spPr>
          <a:xfrm>
            <a:off x="16065" y="0"/>
            <a:ext cx="7707096" cy="6858000"/>
          </a:xfrm>
          <a:prstGeom prst="rect">
            <a:avLst/>
          </a:prstGeom>
        </p:spPr>
      </p:pic>
      <p:sp>
        <p:nvSpPr>
          <p:cNvPr id="8" name="כותרת 1">
            <a:extLst>
              <a:ext uri="{FF2B5EF4-FFF2-40B4-BE49-F238E27FC236}">
                <a16:creationId xmlns:a16="http://schemas.microsoft.com/office/drawing/2014/main" id="{EB1147B0-4DAC-4E5E-1F3B-BD5FDB0D959D}"/>
              </a:ext>
            </a:extLst>
          </p:cNvPr>
          <p:cNvSpPr txBox="1">
            <a:spLocks/>
          </p:cNvSpPr>
          <p:nvPr/>
        </p:nvSpPr>
        <p:spPr>
          <a:xfrm>
            <a:off x="7289800" y="993539"/>
            <a:ext cx="4886135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מלבן 23">
            <a:extLst>
              <a:ext uri="{FF2B5EF4-FFF2-40B4-BE49-F238E27FC236}">
                <a16:creationId xmlns:a16="http://schemas.microsoft.com/office/drawing/2014/main" id="{C9CE16AD-248D-B471-6317-AD0D8B1AA60C}"/>
              </a:ext>
            </a:extLst>
          </p:cNvPr>
          <p:cNvSpPr/>
          <p:nvPr/>
        </p:nvSpPr>
        <p:spPr>
          <a:xfrm>
            <a:off x="7467600" y="-284202"/>
            <a:ext cx="7373510" cy="7426404"/>
          </a:xfrm>
          <a:custGeom>
            <a:avLst/>
            <a:gdLst>
              <a:gd name="connsiteX0" fmla="*/ 0 w 7373510"/>
              <a:gd name="connsiteY0" fmla="*/ 0 h 7426404"/>
              <a:gd name="connsiteX1" fmla="*/ 7373510 w 7373510"/>
              <a:gd name="connsiteY1" fmla="*/ 0 h 7426404"/>
              <a:gd name="connsiteX2" fmla="*/ 7373510 w 7373510"/>
              <a:gd name="connsiteY2" fmla="*/ 7426404 h 7426404"/>
              <a:gd name="connsiteX3" fmla="*/ 0 w 7373510"/>
              <a:gd name="connsiteY3" fmla="*/ 7426404 h 7426404"/>
              <a:gd name="connsiteX4" fmla="*/ 0 w 7373510"/>
              <a:gd name="connsiteY4" fmla="*/ 0 h 7426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3510" h="7426404" fill="none" extrusionOk="0">
                <a:moveTo>
                  <a:pt x="0" y="0"/>
                </a:moveTo>
                <a:cubicBezTo>
                  <a:pt x="2651057" y="104947"/>
                  <a:pt x="5477389" y="-109486"/>
                  <a:pt x="7373510" y="0"/>
                </a:cubicBezTo>
                <a:cubicBezTo>
                  <a:pt x="7445210" y="2445681"/>
                  <a:pt x="7339355" y="5003419"/>
                  <a:pt x="7373510" y="7426404"/>
                </a:cubicBezTo>
                <a:cubicBezTo>
                  <a:pt x="4446148" y="7579509"/>
                  <a:pt x="1402146" y="7522807"/>
                  <a:pt x="0" y="7426404"/>
                </a:cubicBezTo>
                <a:cubicBezTo>
                  <a:pt x="81460" y="5800353"/>
                  <a:pt x="-68708" y="1913191"/>
                  <a:pt x="0" y="0"/>
                </a:cubicBezTo>
                <a:close/>
              </a:path>
              <a:path w="7373510" h="7426404" stroke="0" extrusionOk="0">
                <a:moveTo>
                  <a:pt x="0" y="0"/>
                </a:moveTo>
                <a:cubicBezTo>
                  <a:pt x="3277849" y="134038"/>
                  <a:pt x="4358334" y="-132208"/>
                  <a:pt x="7373510" y="0"/>
                </a:cubicBezTo>
                <a:cubicBezTo>
                  <a:pt x="7321581" y="3580971"/>
                  <a:pt x="7540667" y="4547406"/>
                  <a:pt x="7373510" y="7426404"/>
                </a:cubicBezTo>
                <a:cubicBezTo>
                  <a:pt x="5778259" y="7480276"/>
                  <a:pt x="3309177" y="7466994"/>
                  <a:pt x="0" y="7426404"/>
                </a:cubicBezTo>
                <a:cubicBezTo>
                  <a:pt x="55761" y="6271536"/>
                  <a:pt x="123027" y="3127493"/>
                  <a:pt x="0" y="0"/>
                </a:cubicBezTo>
                <a:close/>
              </a:path>
            </a:pathLst>
          </a:custGeom>
          <a:solidFill>
            <a:srgbClr val="F8C932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2907785171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70315E11-C79D-02EA-1AD5-E4D4476D12A9}"/>
              </a:ext>
            </a:extLst>
          </p:cNvPr>
          <p:cNvSpPr txBox="1">
            <a:spLocks/>
          </p:cNvSpPr>
          <p:nvPr/>
        </p:nvSpPr>
        <p:spPr>
          <a:xfrm>
            <a:off x="7629525" y="993539"/>
            <a:ext cx="4298950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r>
              <a:rPr lang="he-IL" sz="40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ייצוא </a:t>
            </a:r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0FB497-4C51-1269-6FE4-F52A9D77B14C}"/>
              </a:ext>
            </a:extLst>
          </p:cNvPr>
          <p:cNvSpPr txBox="1"/>
          <p:nvPr/>
        </p:nvSpPr>
        <p:spPr>
          <a:xfrm>
            <a:off x="7723161" y="2319102"/>
            <a:ext cx="4205314" cy="42126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he-IL" sz="1600" b="0" dirty="0"/>
              <a:t>נייצא את </a:t>
            </a:r>
            <a:r>
              <a:rPr lang="he-IL" sz="1600" b="0" dirty="0" err="1"/>
              <a:t>הפריימים</a:t>
            </a:r>
            <a:r>
              <a:rPr lang="he-IL" sz="1600" b="0" dirty="0"/>
              <a:t> כתמונה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C1E1B58A-AD5F-DB83-A7D8-D464C4FE83F1}"/>
              </a:ext>
            </a:extLst>
          </p:cNvPr>
          <p:cNvSpPr txBox="1"/>
          <p:nvPr/>
        </p:nvSpPr>
        <p:spPr>
          <a:xfrm>
            <a:off x="8276430" y="6533100"/>
            <a:ext cx="38223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400" dirty="0">
                <a:hlinkClick r:id="rId5"/>
              </a:rPr>
              <a:t>הורדת קובץ </a:t>
            </a:r>
            <a:r>
              <a:rPr lang="he-IL" sz="1400" dirty="0" err="1">
                <a:hlinkClick r:id="rId5"/>
              </a:rPr>
              <a:t>אילוסטרייטור</a:t>
            </a:r>
            <a:r>
              <a:rPr lang="he-IL" sz="1400" dirty="0">
                <a:hlinkClick r:id="rId5"/>
              </a:rPr>
              <a:t> מוכן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1363348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9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BDBE2-6207-0FF1-C164-9AD086B0D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תמונה 6">
            <a:extLst>
              <a:ext uri="{FF2B5EF4-FFF2-40B4-BE49-F238E27FC236}">
                <a16:creationId xmlns:a16="http://schemas.microsoft.com/office/drawing/2014/main" id="{F43B070B-FBD1-B0E9-0919-102BF383E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21" y="-15749"/>
            <a:ext cx="7633845" cy="7426404"/>
          </a:xfrm>
          <a:prstGeom prst="rect">
            <a:avLst/>
          </a:prstGeom>
        </p:spPr>
      </p:pic>
      <p:sp>
        <p:nvSpPr>
          <p:cNvPr id="8" name="כותרת 1">
            <a:extLst>
              <a:ext uri="{FF2B5EF4-FFF2-40B4-BE49-F238E27FC236}">
                <a16:creationId xmlns:a16="http://schemas.microsoft.com/office/drawing/2014/main" id="{EB1147B0-4DAC-4E5E-1F3B-BD5FDB0D959D}"/>
              </a:ext>
            </a:extLst>
          </p:cNvPr>
          <p:cNvSpPr txBox="1">
            <a:spLocks/>
          </p:cNvSpPr>
          <p:nvPr/>
        </p:nvSpPr>
        <p:spPr>
          <a:xfrm>
            <a:off x="7289800" y="993539"/>
            <a:ext cx="4886135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מלבן 23">
            <a:extLst>
              <a:ext uri="{FF2B5EF4-FFF2-40B4-BE49-F238E27FC236}">
                <a16:creationId xmlns:a16="http://schemas.microsoft.com/office/drawing/2014/main" id="{C9CE16AD-248D-B471-6317-AD0D8B1AA60C}"/>
              </a:ext>
            </a:extLst>
          </p:cNvPr>
          <p:cNvSpPr/>
          <p:nvPr/>
        </p:nvSpPr>
        <p:spPr>
          <a:xfrm>
            <a:off x="7467600" y="-284202"/>
            <a:ext cx="7373510" cy="7426404"/>
          </a:xfrm>
          <a:custGeom>
            <a:avLst/>
            <a:gdLst>
              <a:gd name="connsiteX0" fmla="*/ 0 w 7373510"/>
              <a:gd name="connsiteY0" fmla="*/ 0 h 7426404"/>
              <a:gd name="connsiteX1" fmla="*/ 7373510 w 7373510"/>
              <a:gd name="connsiteY1" fmla="*/ 0 h 7426404"/>
              <a:gd name="connsiteX2" fmla="*/ 7373510 w 7373510"/>
              <a:gd name="connsiteY2" fmla="*/ 7426404 h 7426404"/>
              <a:gd name="connsiteX3" fmla="*/ 0 w 7373510"/>
              <a:gd name="connsiteY3" fmla="*/ 7426404 h 7426404"/>
              <a:gd name="connsiteX4" fmla="*/ 0 w 7373510"/>
              <a:gd name="connsiteY4" fmla="*/ 0 h 7426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3510" h="7426404" fill="none" extrusionOk="0">
                <a:moveTo>
                  <a:pt x="0" y="0"/>
                </a:moveTo>
                <a:cubicBezTo>
                  <a:pt x="2651057" y="104947"/>
                  <a:pt x="5477389" y="-109486"/>
                  <a:pt x="7373510" y="0"/>
                </a:cubicBezTo>
                <a:cubicBezTo>
                  <a:pt x="7445210" y="2445681"/>
                  <a:pt x="7339355" y="5003419"/>
                  <a:pt x="7373510" y="7426404"/>
                </a:cubicBezTo>
                <a:cubicBezTo>
                  <a:pt x="4446148" y="7579509"/>
                  <a:pt x="1402146" y="7522807"/>
                  <a:pt x="0" y="7426404"/>
                </a:cubicBezTo>
                <a:cubicBezTo>
                  <a:pt x="81460" y="5800353"/>
                  <a:pt x="-68708" y="1913191"/>
                  <a:pt x="0" y="0"/>
                </a:cubicBezTo>
                <a:close/>
              </a:path>
              <a:path w="7373510" h="7426404" stroke="0" extrusionOk="0">
                <a:moveTo>
                  <a:pt x="0" y="0"/>
                </a:moveTo>
                <a:cubicBezTo>
                  <a:pt x="3277849" y="134038"/>
                  <a:pt x="4358334" y="-132208"/>
                  <a:pt x="7373510" y="0"/>
                </a:cubicBezTo>
                <a:cubicBezTo>
                  <a:pt x="7321581" y="3580971"/>
                  <a:pt x="7540667" y="4547406"/>
                  <a:pt x="7373510" y="7426404"/>
                </a:cubicBezTo>
                <a:cubicBezTo>
                  <a:pt x="5778259" y="7480276"/>
                  <a:pt x="3309177" y="7466994"/>
                  <a:pt x="0" y="7426404"/>
                </a:cubicBezTo>
                <a:cubicBezTo>
                  <a:pt x="55761" y="6271536"/>
                  <a:pt x="123027" y="3127493"/>
                  <a:pt x="0" y="0"/>
                </a:cubicBezTo>
                <a:close/>
              </a:path>
            </a:pathLst>
          </a:custGeom>
          <a:solidFill>
            <a:srgbClr val="F8C932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2907785171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70315E11-C79D-02EA-1AD5-E4D4476D12A9}"/>
              </a:ext>
            </a:extLst>
          </p:cNvPr>
          <p:cNvSpPr txBox="1">
            <a:spLocks/>
          </p:cNvSpPr>
          <p:nvPr/>
        </p:nvSpPr>
        <p:spPr>
          <a:xfrm>
            <a:off x="7629525" y="993539"/>
            <a:ext cx="4298950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r>
              <a:rPr lang="he-IL" sz="40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ייצוא </a:t>
            </a:r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0FB497-4C51-1269-6FE4-F52A9D77B14C}"/>
              </a:ext>
            </a:extLst>
          </p:cNvPr>
          <p:cNvSpPr txBox="1"/>
          <p:nvPr/>
        </p:nvSpPr>
        <p:spPr>
          <a:xfrm>
            <a:off x="7723161" y="2319102"/>
            <a:ext cx="4205314" cy="42126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he-IL" sz="1600" b="0" dirty="0"/>
              <a:t>נייצא את </a:t>
            </a:r>
            <a:r>
              <a:rPr lang="he-IL" sz="1600" b="0" dirty="0" err="1"/>
              <a:t>הפריימים</a:t>
            </a:r>
            <a:r>
              <a:rPr lang="he-IL" sz="1600" b="0" dirty="0"/>
              <a:t> כתמונה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3ED69C30-FB8E-8961-9462-BB1C2AA861EC}"/>
              </a:ext>
            </a:extLst>
          </p:cNvPr>
          <p:cNvSpPr/>
          <p:nvPr/>
        </p:nvSpPr>
        <p:spPr>
          <a:xfrm>
            <a:off x="740156" y="18573"/>
            <a:ext cx="456819" cy="235427"/>
          </a:xfrm>
          <a:prstGeom prst="rect">
            <a:avLst/>
          </a:prstGeom>
          <a:noFill/>
          <a:ln w="38100">
            <a:solidFill>
              <a:srgbClr val="F8C9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6B3CBF65-332F-2094-DC80-546799E68CA2}"/>
              </a:ext>
            </a:extLst>
          </p:cNvPr>
          <p:cNvSpPr/>
          <p:nvPr/>
        </p:nvSpPr>
        <p:spPr>
          <a:xfrm>
            <a:off x="1070356" y="4470401"/>
            <a:ext cx="2269744" cy="368300"/>
          </a:xfrm>
          <a:prstGeom prst="rect">
            <a:avLst/>
          </a:prstGeom>
          <a:noFill/>
          <a:ln w="38100">
            <a:solidFill>
              <a:srgbClr val="F8C9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6D021D07-300D-6957-B030-44B574ACE75C}"/>
              </a:ext>
            </a:extLst>
          </p:cNvPr>
          <p:cNvSpPr/>
          <p:nvPr/>
        </p:nvSpPr>
        <p:spPr>
          <a:xfrm>
            <a:off x="4216399" y="4700754"/>
            <a:ext cx="927101" cy="368300"/>
          </a:xfrm>
          <a:prstGeom prst="rect">
            <a:avLst/>
          </a:prstGeom>
          <a:noFill/>
          <a:ln w="38100">
            <a:solidFill>
              <a:srgbClr val="F8C9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10180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683BE-F8C6-514B-EF34-D38FA7800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90C8C2EF-F18D-1BA0-65AA-AE11D16AD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4" y="-35815"/>
            <a:ext cx="9178735" cy="6893816"/>
          </a:xfrm>
          <a:prstGeom prst="rect">
            <a:avLst/>
          </a:prstGeom>
        </p:spPr>
      </p:pic>
      <p:sp>
        <p:nvSpPr>
          <p:cNvPr id="8" name="כותרת 1">
            <a:extLst>
              <a:ext uri="{FF2B5EF4-FFF2-40B4-BE49-F238E27FC236}">
                <a16:creationId xmlns:a16="http://schemas.microsoft.com/office/drawing/2014/main" id="{CFEA5000-82FF-8A9C-6E9F-3DB3D9291153}"/>
              </a:ext>
            </a:extLst>
          </p:cNvPr>
          <p:cNvSpPr txBox="1">
            <a:spLocks/>
          </p:cNvSpPr>
          <p:nvPr/>
        </p:nvSpPr>
        <p:spPr>
          <a:xfrm>
            <a:off x="7289800" y="993539"/>
            <a:ext cx="4886135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מלבן 23">
            <a:extLst>
              <a:ext uri="{FF2B5EF4-FFF2-40B4-BE49-F238E27FC236}">
                <a16:creationId xmlns:a16="http://schemas.microsoft.com/office/drawing/2014/main" id="{B40AB3FB-0550-3D8A-675C-3B06F2C07171}"/>
              </a:ext>
            </a:extLst>
          </p:cNvPr>
          <p:cNvSpPr/>
          <p:nvPr/>
        </p:nvSpPr>
        <p:spPr>
          <a:xfrm>
            <a:off x="7467600" y="-284202"/>
            <a:ext cx="7373510" cy="7426404"/>
          </a:xfrm>
          <a:custGeom>
            <a:avLst/>
            <a:gdLst>
              <a:gd name="connsiteX0" fmla="*/ 0 w 7373510"/>
              <a:gd name="connsiteY0" fmla="*/ 0 h 7426404"/>
              <a:gd name="connsiteX1" fmla="*/ 7373510 w 7373510"/>
              <a:gd name="connsiteY1" fmla="*/ 0 h 7426404"/>
              <a:gd name="connsiteX2" fmla="*/ 7373510 w 7373510"/>
              <a:gd name="connsiteY2" fmla="*/ 7426404 h 7426404"/>
              <a:gd name="connsiteX3" fmla="*/ 0 w 7373510"/>
              <a:gd name="connsiteY3" fmla="*/ 7426404 h 7426404"/>
              <a:gd name="connsiteX4" fmla="*/ 0 w 7373510"/>
              <a:gd name="connsiteY4" fmla="*/ 0 h 7426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3510" h="7426404" fill="none" extrusionOk="0">
                <a:moveTo>
                  <a:pt x="0" y="0"/>
                </a:moveTo>
                <a:cubicBezTo>
                  <a:pt x="2651057" y="104947"/>
                  <a:pt x="5477389" y="-109486"/>
                  <a:pt x="7373510" y="0"/>
                </a:cubicBezTo>
                <a:cubicBezTo>
                  <a:pt x="7445210" y="2445681"/>
                  <a:pt x="7339355" y="5003419"/>
                  <a:pt x="7373510" y="7426404"/>
                </a:cubicBezTo>
                <a:cubicBezTo>
                  <a:pt x="4446148" y="7579509"/>
                  <a:pt x="1402146" y="7522807"/>
                  <a:pt x="0" y="7426404"/>
                </a:cubicBezTo>
                <a:cubicBezTo>
                  <a:pt x="81460" y="5800353"/>
                  <a:pt x="-68708" y="1913191"/>
                  <a:pt x="0" y="0"/>
                </a:cubicBezTo>
                <a:close/>
              </a:path>
              <a:path w="7373510" h="7426404" stroke="0" extrusionOk="0">
                <a:moveTo>
                  <a:pt x="0" y="0"/>
                </a:moveTo>
                <a:cubicBezTo>
                  <a:pt x="3277849" y="134038"/>
                  <a:pt x="4358334" y="-132208"/>
                  <a:pt x="7373510" y="0"/>
                </a:cubicBezTo>
                <a:cubicBezTo>
                  <a:pt x="7321581" y="3580971"/>
                  <a:pt x="7540667" y="4547406"/>
                  <a:pt x="7373510" y="7426404"/>
                </a:cubicBezTo>
                <a:cubicBezTo>
                  <a:pt x="5778259" y="7480276"/>
                  <a:pt x="3309177" y="7466994"/>
                  <a:pt x="0" y="7426404"/>
                </a:cubicBezTo>
                <a:cubicBezTo>
                  <a:pt x="55761" y="6271536"/>
                  <a:pt x="123027" y="3127493"/>
                  <a:pt x="0" y="0"/>
                </a:cubicBezTo>
                <a:close/>
              </a:path>
            </a:pathLst>
          </a:custGeom>
          <a:solidFill>
            <a:srgbClr val="F8C932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2907785171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905A834C-8A36-AD72-2B18-1CA0BC5105A6}"/>
              </a:ext>
            </a:extLst>
          </p:cNvPr>
          <p:cNvSpPr txBox="1">
            <a:spLocks/>
          </p:cNvSpPr>
          <p:nvPr/>
        </p:nvSpPr>
        <p:spPr>
          <a:xfrm>
            <a:off x="7629525" y="993539"/>
            <a:ext cx="4298950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r>
              <a:rPr lang="he-IL" sz="40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ייצוא </a:t>
            </a:r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19877C-4728-BEB3-029A-5DAA0D3D1AA3}"/>
              </a:ext>
            </a:extLst>
          </p:cNvPr>
          <p:cNvSpPr txBox="1"/>
          <p:nvPr/>
        </p:nvSpPr>
        <p:spPr>
          <a:xfrm>
            <a:off x="7723161" y="2319102"/>
            <a:ext cx="4205314" cy="42126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he-IL" sz="1600" b="0" dirty="0"/>
              <a:t>נגדיר ייצוא </a:t>
            </a:r>
            <a:r>
              <a:rPr lang="he-IL" sz="1600" dirty="0"/>
              <a:t>ל</a:t>
            </a:r>
            <a:r>
              <a:rPr lang="en-US" sz="1600" dirty="0"/>
              <a:t>PNG</a:t>
            </a:r>
            <a:r>
              <a:rPr lang="he-IL" sz="1600" dirty="0"/>
              <a:t> </a:t>
            </a:r>
            <a:r>
              <a:rPr lang="he-IL" sz="1600" b="0" dirty="0"/>
              <a:t>לפי </a:t>
            </a:r>
            <a:r>
              <a:rPr lang="en-US" sz="1600" b="0" dirty="0"/>
              <a:t>artboards</a:t>
            </a:r>
            <a:r>
              <a:rPr lang="he-IL" sz="1600" b="0" dirty="0"/>
              <a:t> 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82BB084C-02BC-B5C8-CBD3-DE577248B85A}"/>
              </a:ext>
            </a:extLst>
          </p:cNvPr>
          <p:cNvSpPr/>
          <p:nvPr/>
        </p:nvSpPr>
        <p:spPr>
          <a:xfrm>
            <a:off x="1133856" y="4851401"/>
            <a:ext cx="2269744" cy="368300"/>
          </a:xfrm>
          <a:prstGeom prst="rect">
            <a:avLst/>
          </a:prstGeom>
          <a:noFill/>
          <a:ln w="38100">
            <a:solidFill>
              <a:srgbClr val="F8C9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8ED161EC-EC4B-27F7-B4C3-A3AF2EA9816F}"/>
              </a:ext>
            </a:extLst>
          </p:cNvPr>
          <p:cNvSpPr/>
          <p:nvPr/>
        </p:nvSpPr>
        <p:spPr>
          <a:xfrm>
            <a:off x="1133856" y="5219701"/>
            <a:ext cx="2269744" cy="248387"/>
          </a:xfrm>
          <a:prstGeom prst="rect">
            <a:avLst/>
          </a:prstGeom>
          <a:noFill/>
          <a:ln w="38100">
            <a:solidFill>
              <a:srgbClr val="F8C9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193524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4485B-8070-AEC1-9982-CEEF8E51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1">
            <a:extLst>
              <a:ext uri="{FF2B5EF4-FFF2-40B4-BE49-F238E27FC236}">
                <a16:creationId xmlns:a16="http://schemas.microsoft.com/office/drawing/2014/main" id="{B77773C9-D6F5-E33D-0FEF-B5D56A7B185B}"/>
              </a:ext>
            </a:extLst>
          </p:cNvPr>
          <p:cNvSpPr txBox="1">
            <a:spLocks/>
          </p:cNvSpPr>
          <p:nvPr/>
        </p:nvSpPr>
        <p:spPr>
          <a:xfrm>
            <a:off x="7289800" y="993539"/>
            <a:ext cx="4886135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" name="מלבן 23">
            <a:extLst>
              <a:ext uri="{FF2B5EF4-FFF2-40B4-BE49-F238E27FC236}">
                <a16:creationId xmlns:a16="http://schemas.microsoft.com/office/drawing/2014/main" id="{2F781A4F-8063-3959-5338-A2A239F96B95}"/>
              </a:ext>
            </a:extLst>
          </p:cNvPr>
          <p:cNvSpPr/>
          <p:nvPr/>
        </p:nvSpPr>
        <p:spPr>
          <a:xfrm>
            <a:off x="7467600" y="-284202"/>
            <a:ext cx="7373510" cy="7426404"/>
          </a:xfrm>
          <a:custGeom>
            <a:avLst/>
            <a:gdLst>
              <a:gd name="connsiteX0" fmla="*/ 0 w 7373510"/>
              <a:gd name="connsiteY0" fmla="*/ 0 h 7426404"/>
              <a:gd name="connsiteX1" fmla="*/ 7373510 w 7373510"/>
              <a:gd name="connsiteY1" fmla="*/ 0 h 7426404"/>
              <a:gd name="connsiteX2" fmla="*/ 7373510 w 7373510"/>
              <a:gd name="connsiteY2" fmla="*/ 7426404 h 7426404"/>
              <a:gd name="connsiteX3" fmla="*/ 0 w 7373510"/>
              <a:gd name="connsiteY3" fmla="*/ 7426404 h 7426404"/>
              <a:gd name="connsiteX4" fmla="*/ 0 w 7373510"/>
              <a:gd name="connsiteY4" fmla="*/ 0 h 7426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3510" h="7426404" fill="none" extrusionOk="0">
                <a:moveTo>
                  <a:pt x="0" y="0"/>
                </a:moveTo>
                <a:cubicBezTo>
                  <a:pt x="2651057" y="104947"/>
                  <a:pt x="5477389" y="-109486"/>
                  <a:pt x="7373510" y="0"/>
                </a:cubicBezTo>
                <a:cubicBezTo>
                  <a:pt x="7445210" y="2445681"/>
                  <a:pt x="7339355" y="5003419"/>
                  <a:pt x="7373510" y="7426404"/>
                </a:cubicBezTo>
                <a:cubicBezTo>
                  <a:pt x="4446148" y="7579509"/>
                  <a:pt x="1402146" y="7522807"/>
                  <a:pt x="0" y="7426404"/>
                </a:cubicBezTo>
                <a:cubicBezTo>
                  <a:pt x="81460" y="5800353"/>
                  <a:pt x="-68708" y="1913191"/>
                  <a:pt x="0" y="0"/>
                </a:cubicBezTo>
                <a:close/>
              </a:path>
              <a:path w="7373510" h="7426404" stroke="0" extrusionOk="0">
                <a:moveTo>
                  <a:pt x="0" y="0"/>
                </a:moveTo>
                <a:cubicBezTo>
                  <a:pt x="3277849" y="134038"/>
                  <a:pt x="4358334" y="-132208"/>
                  <a:pt x="7373510" y="0"/>
                </a:cubicBezTo>
                <a:cubicBezTo>
                  <a:pt x="7321581" y="3580971"/>
                  <a:pt x="7540667" y="4547406"/>
                  <a:pt x="7373510" y="7426404"/>
                </a:cubicBezTo>
                <a:cubicBezTo>
                  <a:pt x="5778259" y="7480276"/>
                  <a:pt x="3309177" y="7466994"/>
                  <a:pt x="0" y="7426404"/>
                </a:cubicBezTo>
                <a:cubicBezTo>
                  <a:pt x="55761" y="6271536"/>
                  <a:pt x="123027" y="3127493"/>
                  <a:pt x="0" y="0"/>
                </a:cubicBezTo>
                <a:close/>
              </a:path>
            </a:pathLst>
          </a:custGeom>
          <a:solidFill>
            <a:srgbClr val="F8C932"/>
          </a:solidFill>
          <a:ln>
            <a:solidFill>
              <a:srgbClr val="000000">
                <a:alpha val="0"/>
              </a:srgbClr>
            </a:solidFill>
            <a:extLst>
              <a:ext uri="{C807C97D-BFC1-408E-A445-0C87EB9F89A2}">
                <ask:lineSketchStyleProps xmlns:ask="http://schemas.microsoft.com/office/drawing/2018/sketchyshapes" sd="2907785171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כותרת 1">
            <a:extLst>
              <a:ext uri="{FF2B5EF4-FFF2-40B4-BE49-F238E27FC236}">
                <a16:creationId xmlns:a16="http://schemas.microsoft.com/office/drawing/2014/main" id="{7755B492-5F6F-BB1A-3922-20CE70362D4C}"/>
              </a:ext>
            </a:extLst>
          </p:cNvPr>
          <p:cNvSpPr txBox="1">
            <a:spLocks/>
          </p:cNvSpPr>
          <p:nvPr/>
        </p:nvSpPr>
        <p:spPr>
          <a:xfrm>
            <a:off x="7629525" y="993539"/>
            <a:ext cx="4298950" cy="1325563"/>
          </a:xfrm>
          <a:prstGeom prst="rect">
            <a:avLst/>
          </a:prstGeom>
          <a:noFill/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Rubik Black" pitchFamily="2" charset="-79"/>
                <a:ea typeface="+mj-ea"/>
                <a:cs typeface="Rubik Black" pitchFamily="2" charset="-79"/>
              </a:defRPr>
            </a:lvl1pPr>
          </a:lstStyle>
          <a:p>
            <a:r>
              <a:rPr lang="he-IL" sz="40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ייצוא </a:t>
            </a:r>
            <a:endParaRPr lang="en-US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9D1A24-A759-E27C-50A0-B907D97DE8EC}"/>
              </a:ext>
            </a:extLst>
          </p:cNvPr>
          <p:cNvSpPr txBox="1"/>
          <p:nvPr/>
        </p:nvSpPr>
        <p:spPr>
          <a:xfrm>
            <a:off x="7723161" y="2319102"/>
            <a:ext cx="4205314" cy="79060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he-IL" sz="1600" b="0" dirty="0"/>
              <a:t>נשים לב שהתמונה מיוצאת ללא רקע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he-IL" sz="1600" dirty="0"/>
              <a:t>מומלץ להגדיל את איכות התמונה</a:t>
            </a:r>
            <a:endParaRPr lang="he-IL" sz="1600" b="0" dirty="0"/>
          </a:p>
        </p:txBody>
      </p:sp>
      <p:grpSp>
        <p:nvGrpSpPr>
          <p:cNvPr id="5" name="קבוצה 4">
            <a:extLst>
              <a:ext uri="{FF2B5EF4-FFF2-40B4-BE49-F238E27FC236}">
                <a16:creationId xmlns:a16="http://schemas.microsoft.com/office/drawing/2014/main" id="{A8607EF2-5A30-9C72-99FD-B5936E0B606A}"/>
              </a:ext>
            </a:extLst>
          </p:cNvPr>
          <p:cNvGrpSpPr/>
          <p:nvPr/>
        </p:nvGrpSpPr>
        <p:grpSpPr>
          <a:xfrm>
            <a:off x="1992313" y="1159909"/>
            <a:ext cx="3510000" cy="4538183"/>
            <a:chOff x="1997869" y="1184558"/>
            <a:chExt cx="3510000" cy="4538183"/>
          </a:xfrm>
        </p:grpSpPr>
        <p:pic>
          <p:nvPicPr>
            <p:cNvPr id="7" name="תמונה 6">
              <a:extLst>
                <a:ext uri="{FF2B5EF4-FFF2-40B4-BE49-F238E27FC236}">
                  <a16:creationId xmlns:a16="http://schemas.microsoft.com/office/drawing/2014/main" id="{AD6C9150-6ACE-27B9-3F5F-C27474DBAC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241" t="1596" r="3164" b="1311"/>
            <a:stretch/>
          </p:blipFill>
          <p:spPr>
            <a:xfrm>
              <a:off x="1997869" y="1184558"/>
              <a:ext cx="3510000" cy="453818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מלבן 8">
              <a:extLst>
                <a:ext uri="{FF2B5EF4-FFF2-40B4-BE49-F238E27FC236}">
                  <a16:creationId xmlns:a16="http://schemas.microsoft.com/office/drawing/2014/main" id="{F3235623-A688-AA90-129D-2646B1231489}"/>
                </a:ext>
              </a:extLst>
            </p:cNvPr>
            <p:cNvSpPr/>
            <p:nvPr/>
          </p:nvSpPr>
          <p:spPr>
            <a:xfrm>
              <a:off x="2371725" y="3314700"/>
              <a:ext cx="2717800" cy="533400"/>
            </a:xfrm>
            <a:prstGeom prst="rect">
              <a:avLst/>
            </a:prstGeom>
            <a:noFill/>
            <a:ln w="38100">
              <a:solidFill>
                <a:srgbClr val="F8C93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</p:grpSp>
      <p:sp>
        <p:nvSpPr>
          <p:cNvPr id="10" name="מלבן 8">
            <a:extLst>
              <a:ext uri="{FF2B5EF4-FFF2-40B4-BE49-F238E27FC236}">
                <a16:creationId xmlns:a16="http://schemas.microsoft.com/office/drawing/2014/main" id="{620EF446-4CBA-2858-B7D4-219DA44CC792}"/>
              </a:ext>
            </a:extLst>
          </p:cNvPr>
          <p:cNvSpPr/>
          <p:nvPr/>
        </p:nvSpPr>
        <p:spPr>
          <a:xfrm>
            <a:off x="2131521" y="1785403"/>
            <a:ext cx="2717800" cy="533400"/>
          </a:xfrm>
          <a:prstGeom prst="rect">
            <a:avLst/>
          </a:prstGeom>
          <a:noFill/>
          <a:ln w="38100">
            <a:solidFill>
              <a:srgbClr val="F8C9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360953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136</Words>
  <Application>Microsoft Office PowerPoint</Application>
  <PresentationFormat>מסך רחב</PresentationFormat>
  <Paragraphs>31</Paragraphs>
  <Slides>12</Slides>
  <Notes>0</Notes>
  <HiddenSlides>0</HiddenSlides>
  <MMClips>4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Rubik Black</vt:lpstr>
      <vt:lpstr>ערכת נושא Office</vt:lpstr>
      <vt:lpstr>קובץ בסיס</vt:lpstr>
      <vt:lpstr>פיצול לאובייקטים </vt:lpstr>
      <vt:lpstr>מצגת של PowerPoint‏</vt:lpstr>
      <vt:lpstr>יצירת ארטבורד</vt:lpstr>
      <vt:lpstr>מצגת של PowerPoint‏</vt:lpstr>
      <vt:lpstr>שכפול לפי מספר הפריימים הרצוי</vt:lpstr>
      <vt:lpstr>מצגת של PowerPoint‏</vt:lpstr>
      <vt:lpstr>כמעט סיימנו!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Aluma Appel</dc:creator>
  <cp:lastModifiedBy>Aluma Appel</cp:lastModifiedBy>
  <cp:revision>1</cp:revision>
  <dcterms:created xsi:type="dcterms:W3CDTF">2025-04-05T15:13:45Z</dcterms:created>
  <dcterms:modified xsi:type="dcterms:W3CDTF">2025-04-05T15:14:46Z</dcterms:modified>
</cp:coreProperties>
</file>