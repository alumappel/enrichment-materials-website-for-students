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443" r:id="rId3"/>
    <p:sldId id="279" r:id="rId4"/>
    <p:sldId id="444" r:id="rId5"/>
    <p:sldId id="461" r:id="rId6"/>
    <p:sldId id="445" r:id="rId7"/>
    <p:sldId id="446" r:id="rId8"/>
    <p:sldId id="447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  <p:sldId id="456" r:id="rId18"/>
    <p:sldId id="457" r:id="rId19"/>
    <p:sldId id="458" r:id="rId20"/>
    <p:sldId id="460" r:id="rId21"/>
    <p:sldId id="459" r:id="rId22"/>
    <p:sldId id="435" r:id="rId23"/>
  </p:sldIdLst>
  <p:sldSz cx="12192000" cy="6858000"/>
  <p:notesSz cx="6858000" cy="9144000"/>
  <p:embeddedFontLst>
    <p:embeddedFont>
      <p:font typeface="Assistant" pitchFamily="2" charset="-79"/>
      <p:regular r:id="rId26"/>
      <p:bold r:id="rId27"/>
    </p:embeddedFont>
    <p:embeddedFont>
      <p:font typeface="Assistant ExtraLight" pitchFamily="2" charset="-79"/>
      <p:regular r:id="rId28"/>
    </p:embeddedFont>
    <p:embeddedFont>
      <p:font typeface="Rubik" pitchFamily="2" charset="-79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26D0BF-C65D-0521-C65D-6900802242C2}" name="Guest User" initials="GU" userId="S::urn:spo:anon#6bd648f9bcbf70770ab2d94f2f4466564eb118ad1f6f909da2f60cac60d494ff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9AD"/>
    <a:srgbClr val="000000"/>
    <a:srgbClr val="F8C932"/>
    <a:srgbClr val="DEE2E6"/>
    <a:srgbClr val="1A1A1A"/>
    <a:srgbClr val="474747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BC360-665C-4561-B915-95B1DD0CC3DF}" v="2" dt="2025-03-23T06:11:24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269" autoAdjust="0"/>
  </p:normalViewPr>
  <p:slideViewPr>
    <p:cSldViewPr snapToGrid="0" showGuides="1">
      <p:cViewPr varScale="1">
        <p:scale>
          <a:sx n="87" d="100"/>
          <a:sy n="87" d="100"/>
        </p:scale>
        <p:origin x="1314" y="30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32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tta Soreq" userId="6d2f7f51-2e89-49f9-98e9-0f382abb6a6e" providerId="ADAL" clId="{C9E7636C-48B6-42FF-805F-9C98DF2345CD}"/>
    <pc:docChg chg="modSld">
      <pc:chgData name="Netta Soreq" userId="6d2f7f51-2e89-49f9-98e9-0f382abb6a6e" providerId="ADAL" clId="{C9E7636C-48B6-42FF-805F-9C98DF2345CD}" dt="2023-09-21T04:54:28.619" v="19" actId="20577"/>
      <pc:docMkLst>
        <pc:docMk/>
      </pc:docMkLst>
      <pc:sldChg chg="modSp mod">
        <pc:chgData name="Netta Soreq" userId="6d2f7f51-2e89-49f9-98e9-0f382abb6a6e" providerId="ADAL" clId="{C9E7636C-48B6-42FF-805F-9C98DF2345CD}" dt="2023-09-21T04:54:28.619" v="19" actId="20577"/>
        <pc:sldMkLst>
          <pc:docMk/>
          <pc:sldMk cId="3483459742" sldId="256"/>
        </pc:sldMkLst>
      </pc:sldChg>
    </pc:docChg>
  </pc:docChgLst>
  <pc:docChgLst>
    <pc:chgData name="Netta Soreq" userId="6d2f7f51-2e89-49f9-98e9-0f382abb6a6e" providerId="ADAL" clId="{AB99273A-E0F6-4CA7-A8A0-10C180F99C8D}"/>
    <pc:docChg chg="undo custSel addSld delSld modSld modMainMaster addSection delSection modSection">
      <pc:chgData name="Netta Soreq" userId="6d2f7f51-2e89-49f9-98e9-0f382abb6a6e" providerId="ADAL" clId="{AB99273A-E0F6-4CA7-A8A0-10C180F99C8D}" dt="2023-09-22T05:04:27.605" v="904" actId="14100"/>
      <pc:docMkLst>
        <pc:docMk/>
      </pc:docMkLst>
      <pc:sldChg chg="modSp mod">
        <pc:chgData name="Netta Soreq" userId="6d2f7f51-2e89-49f9-98e9-0f382abb6a6e" providerId="ADAL" clId="{AB99273A-E0F6-4CA7-A8A0-10C180F99C8D}" dt="2023-09-21T05:06:40.828" v="28" actId="20577"/>
        <pc:sldMkLst>
          <pc:docMk/>
          <pc:sldMk cId="3483459742" sldId="256"/>
        </pc:sldMkLst>
      </pc:sldChg>
      <pc:sldChg chg="new del">
        <pc:chgData name="Netta Soreq" userId="6d2f7f51-2e89-49f9-98e9-0f382abb6a6e" providerId="ADAL" clId="{AB99273A-E0F6-4CA7-A8A0-10C180F99C8D}" dt="2023-09-21T05:22:59.655" v="32" actId="47"/>
        <pc:sldMkLst>
          <pc:docMk/>
          <pc:sldMk cId="2306590909" sldId="257"/>
        </pc:sldMkLst>
      </pc:sldChg>
      <pc:sldChg chg="addSp delSp modSp new del mod">
        <pc:chgData name="Netta Soreq" userId="6d2f7f51-2e89-49f9-98e9-0f382abb6a6e" providerId="ADAL" clId="{AB99273A-E0F6-4CA7-A8A0-10C180F99C8D}" dt="2023-09-21T05:28:55.669" v="109" actId="47"/>
        <pc:sldMkLst>
          <pc:docMk/>
          <pc:sldMk cId="2396453230" sldId="257"/>
        </pc:sldMkLst>
      </pc:sldChg>
      <pc:sldChg chg="new del">
        <pc:chgData name="Netta Soreq" userId="6d2f7f51-2e89-49f9-98e9-0f382abb6a6e" providerId="ADAL" clId="{AB99273A-E0F6-4CA7-A8A0-10C180F99C8D}" dt="2023-09-21T05:07:11.827" v="30" actId="47"/>
        <pc:sldMkLst>
          <pc:docMk/>
          <pc:sldMk cId="4117293936" sldId="257"/>
        </pc:sldMkLst>
      </pc:sldChg>
      <pc:sldChg chg="addSp delSp modSp new del mod">
        <pc:chgData name="Netta Soreq" userId="6d2f7f51-2e89-49f9-98e9-0f382abb6a6e" providerId="ADAL" clId="{AB99273A-E0F6-4CA7-A8A0-10C180F99C8D}" dt="2023-09-21T05:37:15.002" v="306" actId="47"/>
        <pc:sldMkLst>
          <pc:docMk/>
          <pc:sldMk cId="2847741463" sldId="258"/>
        </pc:sldMkLst>
      </pc:sldChg>
      <pc:sldChg chg="modSp add del mod">
        <pc:chgData name="Netta Soreq" userId="6d2f7f51-2e89-49f9-98e9-0f382abb6a6e" providerId="ADAL" clId="{AB99273A-E0F6-4CA7-A8A0-10C180F99C8D}" dt="2023-09-21T05:37:15.002" v="306" actId="47"/>
        <pc:sldMkLst>
          <pc:docMk/>
          <pc:sldMk cId="2191676289" sldId="259"/>
        </pc:sldMkLst>
      </pc:sldChg>
      <pc:sldChg chg="addSp delSp modSp new mod">
        <pc:chgData name="Netta Soreq" userId="6d2f7f51-2e89-49f9-98e9-0f382abb6a6e" providerId="ADAL" clId="{AB99273A-E0F6-4CA7-A8A0-10C180F99C8D}" dt="2023-09-21T06:12:23.433" v="891" actId="113"/>
        <pc:sldMkLst>
          <pc:docMk/>
          <pc:sldMk cId="227320528" sldId="260"/>
        </pc:sldMkLst>
      </pc:sldChg>
      <pc:sldChg chg="modSp new del mod">
        <pc:chgData name="Netta Soreq" userId="6d2f7f51-2e89-49f9-98e9-0f382abb6a6e" providerId="ADAL" clId="{AB99273A-E0F6-4CA7-A8A0-10C180F99C8D}" dt="2023-09-21T05:46:12.438" v="605" actId="47"/>
        <pc:sldMkLst>
          <pc:docMk/>
          <pc:sldMk cId="754481261" sldId="261"/>
        </pc:sldMkLst>
      </pc:sldChg>
      <pc:sldChg chg="addSp delSp modSp add mod modClrScheme chgLayout">
        <pc:chgData name="Netta Soreq" userId="6d2f7f51-2e89-49f9-98e9-0f382abb6a6e" providerId="ADAL" clId="{AB99273A-E0F6-4CA7-A8A0-10C180F99C8D}" dt="2023-09-21T05:54:47.322" v="813" actId="14100"/>
        <pc:sldMkLst>
          <pc:docMk/>
          <pc:sldMk cId="1021630076" sldId="261"/>
        </pc:sldMkLst>
      </pc:sldChg>
      <pc:sldChg chg="new del">
        <pc:chgData name="Netta Soreq" userId="6d2f7f51-2e89-49f9-98e9-0f382abb6a6e" providerId="ADAL" clId="{AB99273A-E0F6-4CA7-A8A0-10C180F99C8D}" dt="2023-09-21T05:46:53.988" v="607" actId="47"/>
        <pc:sldMkLst>
          <pc:docMk/>
          <pc:sldMk cId="4282757632" sldId="261"/>
        </pc:sldMkLst>
      </pc:sldChg>
      <pc:sldChg chg="addSp delSp modSp new del mod">
        <pc:chgData name="Netta Soreq" userId="6d2f7f51-2e89-49f9-98e9-0f382abb6a6e" providerId="ADAL" clId="{AB99273A-E0F6-4CA7-A8A0-10C180F99C8D}" dt="2023-09-21T05:50:19.552" v="728" actId="27022"/>
        <pc:sldMkLst>
          <pc:docMk/>
          <pc:sldMk cId="2573974556" sldId="262"/>
        </pc:sldMkLst>
      </pc:sldChg>
      <pc:sldChg chg="addSp delSp modSp add mod">
        <pc:chgData name="Netta Soreq" userId="6d2f7f51-2e89-49f9-98e9-0f382abb6a6e" providerId="ADAL" clId="{AB99273A-E0F6-4CA7-A8A0-10C180F99C8D}" dt="2023-09-21T05:58:54.409" v="885" actId="20577"/>
        <pc:sldMkLst>
          <pc:docMk/>
          <pc:sldMk cId="3006714036" sldId="262"/>
        </pc:sldMkLst>
      </pc:sldChg>
      <pc:sldMasterChg chg="addSldLayout modSldLayout">
        <pc:chgData name="Netta Soreq" userId="6d2f7f51-2e89-49f9-98e9-0f382abb6a6e" providerId="ADAL" clId="{AB99273A-E0F6-4CA7-A8A0-10C180F99C8D}" dt="2023-09-22T05:04:27.605" v="904" actId="14100"/>
        <pc:sldMasterMkLst>
          <pc:docMk/>
          <pc:sldMasterMk cId="200001367" sldId="2147483648"/>
        </pc:sldMasterMkLst>
        <pc:sldLayoutChg chg="modSp mod">
          <pc:chgData name="Netta Soreq" userId="6d2f7f51-2e89-49f9-98e9-0f382abb6a6e" providerId="ADAL" clId="{AB99273A-E0F6-4CA7-A8A0-10C180F99C8D}" dt="2023-09-22T05:03:52.820" v="893" actId="207"/>
          <pc:sldLayoutMkLst>
            <pc:docMk/>
            <pc:sldMasterMk cId="200001367" sldId="2147483648"/>
            <pc:sldLayoutMk cId="3383666486" sldId="2147483649"/>
          </pc:sldLayoutMkLst>
        </pc:sldLayoutChg>
        <pc:sldLayoutChg chg="addSp modSp mod">
          <pc:chgData name="Netta Soreq" userId="6d2f7f51-2e89-49f9-98e9-0f382abb6a6e" providerId="ADAL" clId="{AB99273A-E0F6-4CA7-A8A0-10C180F99C8D}" dt="2023-09-22T05:04:27.605" v="904" actId="14100"/>
          <pc:sldLayoutMkLst>
            <pc:docMk/>
            <pc:sldMasterMk cId="200001367" sldId="2147483648"/>
            <pc:sldLayoutMk cId="1063394585" sldId="2147483650"/>
          </pc:sldLayoutMkLst>
        </pc:sldLayoutChg>
        <pc:sldLayoutChg chg="addSp delSp modSp mod">
          <pc:chgData name="Netta Soreq" userId="6d2f7f51-2e89-49f9-98e9-0f382abb6a6e" providerId="ADAL" clId="{AB99273A-E0F6-4CA7-A8A0-10C180F99C8D}" dt="2023-09-22T05:04:01.600" v="895"/>
          <pc:sldLayoutMkLst>
            <pc:docMk/>
            <pc:sldMasterMk cId="200001367" sldId="2147483648"/>
            <pc:sldLayoutMk cId="2309108827" sldId="2147483660"/>
          </pc:sldLayoutMkLst>
        </pc:sldLayoutChg>
        <pc:sldLayoutChg chg="addSp delSp modSp mod">
          <pc:chgData name="Netta Soreq" userId="6d2f7f51-2e89-49f9-98e9-0f382abb6a6e" providerId="ADAL" clId="{AB99273A-E0F6-4CA7-A8A0-10C180F99C8D}" dt="2023-09-22T05:04:04.151" v="897"/>
          <pc:sldLayoutMkLst>
            <pc:docMk/>
            <pc:sldMasterMk cId="200001367" sldId="2147483648"/>
            <pc:sldLayoutMk cId="209530151" sldId="2147483661"/>
          </pc:sldLayoutMkLst>
        </pc:sldLayoutChg>
        <pc:sldLayoutChg chg="addSp delSp modSp mod">
          <pc:chgData name="Netta Soreq" userId="6d2f7f51-2e89-49f9-98e9-0f382abb6a6e" providerId="ADAL" clId="{AB99273A-E0F6-4CA7-A8A0-10C180F99C8D}" dt="2023-09-22T05:04:07.594" v="899"/>
          <pc:sldLayoutMkLst>
            <pc:docMk/>
            <pc:sldMasterMk cId="200001367" sldId="2147483648"/>
            <pc:sldLayoutMk cId="1635087350" sldId="2147483662"/>
          </pc:sldLayoutMkLst>
        </pc:sldLayoutChg>
        <pc:sldLayoutChg chg="addSp modSp mod">
          <pc:chgData name="Netta Soreq" userId="6d2f7f51-2e89-49f9-98e9-0f382abb6a6e" providerId="ADAL" clId="{AB99273A-E0F6-4CA7-A8A0-10C180F99C8D}" dt="2023-09-22T05:04:14.402" v="900" actId="207"/>
          <pc:sldLayoutMkLst>
            <pc:docMk/>
            <pc:sldMasterMk cId="200001367" sldId="2147483648"/>
            <pc:sldLayoutMk cId="2782876337" sldId="2147483664"/>
          </pc:sldLayoutMkLst>
        </pc:sldLayoutChg>
        <pc:sldLayoutChg chg="addSp delSp modSp mod">
          <pc:chgData name="Netta Soreq" userId="6d2f7f51-2e89-49f9-98e9-0f382abb6a6e" providerId="ADAL" clId="{AB99273A-E0F6-4CA7-A8A0-10C180F99C8D}" dt="2023-09-22T05:04:18.237" v="902"/>
          <pc:sldLayoutMkLst>
            <pc:docMk/>
            <pc:sldMasterMk cId="200001367" sldId="2147483648"/>
            <pc:sldLayoutMk cId="4251539109" sldId="2147483665"/>
          </pc:sldLayoutMkLst>
        </pc:sldLayoutChg>
        <pc:sldLayoutChg chg="addSp delSp modSp add mod modTransition">
          <pc:chgData name="Netta Soreq" userId="6d2f7f51-2e89-49f9-98e9-0f382abb6a6e" providerId="ADAL" clId="{AB99273A-E0F6-4CA7-A8A0-10C180F99C8D}" dt="2023-09-21T05:44:36.590" v="441" actId="1035"/>
          <pc:sldLayoutMkLst>
            <pc:docMk/>
            <pc:sldMasterMk cId="200001367" sldId="2147483648"/>
            <pc:sldLayoutMk cId="2854661881" sldId="2147483666"/>
          </pc:sldLayoutMkLst>
        </pc:sldLayoutChg>
      </pc:sldMasterChg>
    </pc:docChg>
  </pc:docChgLst>
  <pc:docChgLst>
    <pc:chgData name="Netta Soreq" userId="6d2f7f51-2e89-49f9-98e9-0f382abb6a6e" providerId="ADAL" clId="{2FF656F3-0E59-418C-BEC0-07F2EA7CBDD6}"/>
    <pc:docChg chg="undo custSel addSld delSld modSld sldOrd modMainMaster">
      <pc:chgData name="Netta Soreq" userId="6d2f7f51-2e89-49f9-98e9-0f382abb6a6e" providerId="ADAL" clId="{2FF656F3-0E59-418C-BEC0-07F2EA7CBDD6}" dt="2023-09-12T05:56:30.113" v="1537" actId="12788"/>
      <pc:docMkLst>
        <pc:docMk/>
      </pc:docMkLst>
      <pc:sldChg chg="del">
        <pc:chgData name="Netta Soreq" userId="6d2f7f51-2e89-49f9-98e9-0f382abb6a6e" providerId="ADAL" clId="{2FF656F3-0E59-418C-BEC0-07F2EA7CBDD6}" dt="2023-09-05T08:24:14.119" v="2" actId="47"/>
        <pc:sldMkLst>
          <pc:docMk/>
          <pc:sldMk cId="125402887" sldId="256"/>
        </pc:sldMkLst>
      </pc:sldChg>
      <pc:sldChg chg="modSp new del mod">
        <pc:chgData name="Netta Soreq" userId="6d2f7f51-2e89-49f9-98e9-0f382abb6a6e" providerId="ADAL" clId="{2FF656F3-0E59-418C-BEC0-07F2EA7CBDD6}" dt="2023-09-05T08:29:46.518" v="100" actId="47"/>
        <pc:sldMkLst>
          <pc:docMk/>
          <pc:sldMk cId="1596248137" sldId="256"/>
        </pc:sldMkLst>
      </pc:sldChg>
      <pc:sldChg chg="addSp delSp modSp new mod">
        <pc:chgData name="Netta Soreq" userId="6d2f7f51-2e89-49f9-98e9-0f382abb6a6e" providerId="ADAL" clId="{2FF656F3-0E59-418C-BEC0-07F2EA7CBDD6}" dt="2023-09-05T12:00:22.879" v="1071" actId="14100"/>
        <pc:sldMkLst>
          <pc:docMk/>
          <pc:sldMk cId="3483459742" sldId="256"/>
        </pc:sldMkLst>
      </pc:sldChg>
      <pc:sldChg chg="addSp delSp modSp new mod">
        <pc:chgData name="Netta Soreq" userId="6d2f7f51-2e89-49f9-98e9-0f382abb6a6e" providerId="ADAL" clId="{2FF656F3-0E59-418C-BEC0-07F2EA7CBDD6}" dt="2023-09-05T11:53:34.646" v="1063" actId="1076"/>
        <pc:sldMkLst>
          <pc:docMk/>
          <pc:sldMk cId="2809372919" sldId="257"/>
        </pc:sldMkLst>
      </pc:sldChg>
      <pc:sldChg chg="addSp delSp modSp new add del mod setBg">
        <pc:chgData name="Netta Soreq" userId="6d2f7f51-2e89-49f9-98e9-0f382abb6a6e" providerId="ADAL" clId="{2FF656F3-0E59-418C-BEC0-07F2EA7CBDD6}" dt="2023-09-05T08:56:48.667" v="582" actId="1582"/>
        <pc:sldMkLst>
          <pc:docMk/>
          <pc:sldMk cId="3328682825" sldId="258"/>
        </pc:sldMkLst>
      </pc:sldChg>
      <pc:sldChg chg="addSp modSp new">
        <pc:chgData name="Netta Soreq" userId="6d2f7f51-2e89-49f9-98e9-0f382abb6a6e" providerId="ADAL" clId="{2FF656F3-0E59-418C-BEC0-07F2EA7CBDD6}" dt="2023-09-05T08:35:39.479" v="159" actId="1076"/>
        <pc:sldMkLst>
          <pc:docMk/>
          <pc:sldMk cId="2976563361" sldId="259"/>
        </pc:sldMkLst>
      </pc:sldChg>
      <pc:sldChg chg="addSp delSp modSp new del">
        <pc:chgData name="Netta Soreq" userId="6d2f7f51-2e89-49f9-98e9-0f382abb6a6e" providerId="ADAL" clId="{2FF656F3-0E59-418C-BEC0-07F2EA7CBDD6}" dt="2023-09-05T08:36:37.002" v="173" actId="680"/>
        <pc:sldMkLst>
          <pc:docMk/>
          <pc:sldMk cId="843309363" sldId="260"/>
        </pc:sldMkLst>
      </pc:sldChg>
      <pc:sldChg chg="modSp add mod">
        <pc:chgData name="Netta Soreq" userId="6d2f7f51-2e89-49f9-98e9-0f382abb6a6e" providerId="ADAL" clId="{2FF656F3-0E59-418C-BEC0-07F2EA7CBDD6}" dt="2023-09-05T08:37:18.388" v="175" actId="208"/>
        <pc:sldMkLst>
          <pc:docMk/>
          <pc:sldMk cId="2001403084" sldId="260"/>
        </pc:sldMkLst>
      </pc:sldChg>
      <pc:sldChg chg="modSp add mod">
        <pc:chgData name="Netta Soreq" userId="6d2f7f51-2e89-49f9-98e9-0f382abb6a6e" providerId="ADAL" clId="{2FF656F3-0E59-418C-BEC0-07F2EA7CBDD6}" dt="2023-09-05T08:37:21.970" v="176" actId="208"/>
        <pc:sldMkLst>
          <pc:docMk/>
          <pc:sldMk cId="1014924502" sldId="261"/>
        </pc:sldMkLst>
      </pc:sldChg>
      <pc:sldChg chg="addSp delSp modSp add del">
        <pc:chgData name="Netta Soreq" userId="6d2f7f51-2e89-49f9-98e9-0f382abb6a6e" providerId="ADAL" clId="{2FF656F3-0E59-418C-BEC0-07F2EA7CBDD6}" dt="2023-09-05T08:36:36.377" v="172" actId="2890"/>
        <pc:sldMkLst>
          <pc:docMk/>
          <pc:sldMk cId="3347545039" sldId="261"/>
        </pc:sldMkLst>
      </pc:sldChg>
      <pc:sldChg chg="modSp add mod">
        <pc:chgData name="Netta Soreq" userId="6d2f7f51-2e89-49f9-98e9-0f382abb6a6e" providerId="ADAL" clId="{2FF656F3-0E59-418C-BEC0-07F2EA7CBDD6}" dt="2023-09-05T08:37:25.658" v="177" actId="208"/>
        <pc:sldMkLst>
          <pc:docMk/>
          <pc:sldMk cId="3230281321" sldId="262"/>
        </pc:sldMkLst>
      </pc:sldChg>
      <pc:sldChg chg="modSp add mod">
        <pc:chgData name="Netta Soreq" userId="6d2f7f51-2e89-49f9-98e9-0f382abb6a6e" providerId="ADAL" clId="{2FF656F3-0E59-418C-BEC0-07F2EA7CBDD6}" dt="2023-09-05T08:37:29.874" v="178" actId="208"/>
        <pc:sldMkLst>
          <pc:docMk/>
          <pc:sldMk cId="1165106372" sldId="263"/>
        </pc:sldMkLst>
      </pc:sldChg>
      <pc:sldChg chg="addSp delSp modSp new mod ord">
        <pc:chgData name="Netta Soreq" userId="6d2f7f51-2e89-49f9-98e9-0f382abb6a6e" providerId="ADAL" clId="{2FF656F3-0E59-418C-BEC0-07F2EA7CBDD6}" dt="2023-09-05T08:55:21.912" v="520" actId="2710"/>
        <pc:sldMkLst>
          <pc:docMk/>
          <pc:sldMk cId="1741853001" sldId="264"/>
        </pc:sldMkLst>
      </pc:sldChg>
      <pc:sldChg chg="addSp delSp modSp add mod">
        <pc:chgData name="Netta Soreq" userId="6d2f7f51-2e89-49f9-98e9-0f382abb6a6e" providerId="ADAL" clId="{2FF656F3-0E59-418C-BEC0-07F2EA7CBDD6}" dt="2023-09-05T11:25:06.185" v="810" actId="20577"/>
        <pc:sldMkLst>
          <pc:docMk/>
          <pc:sldMk cId="1343340061" sldId="265"/>
        </pc:sldMkLst>
      </pc:sldChg>
      <pc:sldChg chg="addSp delSp modSp new mod">
        <pc:chgData name="Netta Soreq" userId="6d2f7f51-2e89-49f9-98e9-0f382abb6a6e" providerId="ADAL" clId="{2FF656F3-0E59-418C-BEC0-07F2EA7CBDD6}" dt="2023-09-05T11:06:27.638" v="584" actId="20577"/>
        <pc:sldMkLst>
          <pc:docMk/>
          <pc:sldMk cId="2848918103" sldId="266"/>
        </pc:sldMkLst>
      </pc:sldChg>
      <pc:sldChg chg="addSp delSp modSp new mod">
        <pc:chgData name="Netta Soreq" userId="6d2f7f51-2e89-49f9-98e9-0f382abb6a6e" providerId="ADAL" clId="{2FF656F3-0E59-418C-BEC0-07F2EA7CBDD6}" dt="2023-09-05T11:21:19.073" v="721" actId="478"/>
        <pc:sldMkLst>
          <pc:docMk/>
          <pc:sldMk cId="1375181923" sldId="267"/>
        </pc:sldMkLst>
      </pc:sldChg>
      <pc:sldChg chg="addSp modSp new mod">
        <pc:chgData name="Netta Soreq" userId="6d2f7f51-2e89-49f9-98e9-0f382abb6a6e" providerId="ADAL" clId="{2FF656F3-0E59-418C-BEC0-07F2EA7CBDD6}" dt="2023-09-05T11:17:32.480" v="618" actId="1037"/>
        <pc:sldMkLst>
          <pc:docMk/>
          <pc:sldMk cId="2440847178" sldId="268"/>
        </pc:sldMkLst>
      </pc:sldChg>
      <pc:sldChg chg="modSp add mod">
        <pc:chgData name="Netta Soreq" userId="6d2f7f51-2e89-49f9-98e9-0f382abb6a6e" providerId="ADAL" clId="{2FF656F3-0E59-418C-BEC0-07F2EA7CBDD6}" dt="2023-09-05T11:18:27.498" v="651" actId="1035"/>
        <pc:sldMkLst>
          <pc:docMk/>
          <pc:sldMk cId="1823193572" sldId="269"/>
        </pc:sldMkLst>
      </pc:sldChg>
      <pc:sldChg chg="modSp add mod ord">
        <pc:chgData name="Netta Soreq" userId="6d2f7f51-2e89-49f9-98e9-0f382abb6a6e" providerId="ADAL" clId="{2FF656F3-0E59-418C-BEC0-07F2EA7CBDD6}" dt="2023-09-05T11:23:52.952" v="807" actId="732"/>
        <pc:sldMkLst>
          <pc:docMk/>
          <pc:sldMk cId="1166734505" sldId="270"/>
        </pc:sldMkLst>
      </pc:sldChg>
      <pc:sldChg chg="addSp modSp add mod ord">
        <pc:chgData name="Netta Soreq" userId="6d2f7f51-2e89-49f9-98e9-0f382abb6a6e" providerId="ADAL" clId="{2FF656F3-0E59-418C-BEC0-07F2EA7CBDD6}" dt="2023-09-05T11:23:41.858" v="805" actId="1035"/>
        <pc:sldMkLst>
          <pc:docMk/>
          <pc:sldMk cId="1046177621" sldId="271"/>
        </pc:sldMkLst>
      </pc:sldChg>
      <pc:sldChg chg="addSp delSp modSp add mod">
        <pc:chgData name="Netta Soreq" userId="6d2f7f51-2e89-49f9-98e9-0f382abb6a6e" providerId="ADAL" clId="{2FF656F3-0E59-418C-BEC0-07F2EA7CBDD6}" dt="2023-09-05T11:23:17.012" v="789" actId="208"/>
        <pc:sldMkLst>
          <pc:docMk/>
          <pc:sldMk cId="124774784" sldId="272"/>
        </pc:sldMkLst>
      </pc:sldChg>
      <pc:sldChg chg="addSp delSp modSp add mod">
        <pc:chgData name="Netta Soreq" userId="6d2f7f51-2e89-49f9-98e9-0f382abb6a6e" providerId="ADAL" clId="{2FF656F3-0E59-418C-BEC0-07F2EA7CBDD6}" dt="2023-09-05T11:28:59.225" v="924" actId="20577"/>
        <pc:sldMkLst>
          <pc:docMk/>
          <pc:sldMk cId="1857315601" sldId="273"/>
        </pc:sldMkLst>
      </pc:sldChg>
      <pc:sldChg chg="addSp delSp modSp add mod">
        <pc:chgData name="Netta Soreq" userId="6d2f7f51-2e89-49f9-98e9-0f382abb6a6e" providerId="ADAL" clId="{2FF656F3-0E59-418C-BEC0-07F2EA7CBDD6}" dt="2023-09-05T11:30:18.975" v="986" actId="208"/>
        <pc:sldMkLst>
          <pc:docMk/>
          <pc:sldMk cId="1266008728" sldId="274"/>
        </pc:sldMkLst>
      </pc:sldChg>
      <pc:sldChg chg="addSp delSp modSp add mod">
        <pc:chgData name="Netta Soreq" userId="6d2f7f51-2e89-49f9-98e9-0f382abb6a6e" providerId="ADAL" clId="{2FF656F3-0E59-418C-BEC0-07F2EA7CBDD6}" dt="2023-09-05T11:30:41.854" v="992" actId="478"/>
        <pc:sldMkLst>
          <pc:docMk/>
          <pc:sldMk cId="3026072176" sldId="275"/>
        </pc:sldMkLst>
      </pc:sldChg>
      <pc:sldChg chg="addSp delSp modSp add mod">
        <pc:chgData name="Netta Soreq" userId="6d2f7f51-2e89-49f9-98e9-0f382abb6a6e" providerId="ADAL" clId="{2FF656F3-0E59-418C-BEC0-07F2EA7CBDD6}" dt="2023-09-05T11:55:32.622" v="1070" actId="1036"/>
        <pc:sldMkLst>
          <pc:docMk/>
          <pc:sldMk cId="654696196" sldId="276"/>
        </pc:sldMkLst>
      </pc:sldChg>
      <pc:sldChg chg="addSp delSp modSp add del mod ord">
        <pc:chgData name="Netta Soreq" userId="6d2f7f51-2e89-49f9-98e9-0f382abb6a6e" providerId="ADAL" clId="{2FF656F3-0E59-418C-BEC0-07F2EA7CBDD6}" dt="2023-09-10T09:31:53.966" v="1077" actId="47"/>
        <pc:sldMkLst>
          <pc:docMk/>
          <pc:sldMk cId="821588462" sldId="277"/>
        </pc:sldMkLst>
      </pc:sldChg>
      <pc:sldChg chg="new add del">
        <pc:chgData name="Netta Soreq" userId="6d2f7f51-2e89-49f9-98e9-0f382abb6a6e" providerId="ADAL" clId="{2FF656F3-0E59-418C-BEC0-07F2EA7CBDD6}" dt="2023-09-10T09:32:08.330" v="1085" actId="680"/>
        <pc:sldMkLst>
          <pc:docMk/>
          <pc:sldMk cId="1883084146" sldId="277"/>
        </pc:sldMkLst>
      </pc:sldChg>
      <pc:sldChg chg="addSp delSp modSp new mod">
        <pc:chgData name="Netta Soreq" userId="6d2f7f51-2e89-49f9-98e9-0f382abb6a6e" providerId="ADAL" clId="{2FF656F3-0E59-418C-BEC0-07F2EA7CBDD6}" dt="2023-09-12T05:56:30.113" v="1537" actId="12788"/>
        <pc:sldMkLst>
          <pc:docMk/>
          <pc:sldMk cId="3318298606" sldId="277"/>
        </pc:sldMkLst>
      </pc:sldChg>
      <pc:sldChg chg="new add del">
        <pc:chgData name="Netta Soreq" userId="6d2f7f51-2e89-49f9-98e9-0f382abb6a6e" providerId="ADAL" clId="{2FF656F3-0E59-418C-BEC0-07F2EA7CBDD6}" dt="2023-09-10T09:32:07.758" v="1084" actId="680"/>
        <pc:sldMkLst>
          <pc:docMk/>
          <pc:sldMk cId="3777703936" sldId="278"/>
        </pc:sldMkLst>
      </pc:sldChg>
      <pc:sldMasterChg chg="modSldLayout">
        <pc:chgData name="Netta Soreq" userId="6d2f7f51-2e89-49f9-98e9-0f382abb6a6e" providerId="ADAL" clId="{2FF656F3-0E59-418C-BEC0-07F2EA7CBDD6}" dt="2023-09-05T11:51:56.967" v="1036" actId="207"/>
        <pc:sldMasterMkLst>
          <pc:docMk/>
          <pc:sldMasterMk cId="200001367" sldId="2147483648"/>
        </pc:sldMasterMkLst>
        <pc:sldLayoutChg chg="addSp delSp modSp mod">
          <pc:chgData name="Netta Soreq" userId="6d2f7f51-2e89-49f9-98e9-0f382abb6a6e" providerId="ADAL" clId="{2FF656F3-0E59-418C-BEC0-07F2EA7CBDD6}" dt="2023-09-05T08:48:00.332" v="371" actId="478"/>
          <pc:sldLayoutMkLst>
            <pc:docMk/>
            <pc:sldMasterMk cId="200001367" sldId="2147483648"/>
            <pc:sldLayoutMk cId="3383666486" sldId="2147483649"/>
          </pc:sldLayoutMkLst>
        </pc:sldLayoutChg>
        <pc:sldLayoutChg chg="modSp">
          <pc:chgData name="Netta Soreq" userId="6d2f7f51-2e89-49f9-98e9-0f382abb6a6e" providerId="ADAL" clId="{2FF656F3-0E59-418C-BEC0-07F2EA7CBDD6}" dt="2023-09-05T08:44:34.359" v="262" actId="404"/>
          <pc:sldLayoutMkLst>
            <pc:docMk/>
            <pc:sldMasterMk cId="200001367" sldId="2147483648"/>
            <pc:sldLayoutMk cId="1063394585" sldId="2147483650"/>
          </pc:sldLayoutMkLst>
        </pc:sldLayoutChg>
        <pc:sldLayoutChg chg="addSp delSp modSp mod">
          <pc:chgData name="Netta Soreq" userId="6d2f7f51-2e89-49f9-98e9-0f382abb6a6e" providerId="ADAL" clId="{2FF656F3-0E59-418C-BEC0-07F2EA7CBDD6}" dt="2023-09-05T11:51:33.467" v="1029" actId="478"/>
          <pc:sldLayoutMkLst>
            <pc:docMk/>
            <pc:sldMasterMk cId="200001367" sldId="2147483648"/>
            <pc:sldLayoutMk cId="1899396641" sldId="2147483651"/>
          </pc:sldLayoutMkLst>
        </pc:sldLayoutChg>
        <pc:sldLayoutChg chg="addSp delSp modSp mod">
          <pc:chgData name="Netta Soreq" userId="6d2f7f51-2e89-49f9-98e9-0f382abb6a6e" providerId="ADAL" clId="{2FF656F3-0E59-418C-BEC0-07F2EA7CBDD6}" dt="2023-09-05T08:45:36.489" v="297"/>
          <pc:sldLayoutMkLst>
            <pc:docMk/>
            <pc:sldMasterMk cId="200001367" sldId="2147483648"/>
            <pc:sldLayoutMk cId="2309108827" sldId="2147483660"/>
          </pc:sldLayoutMkLst>
        </pc:sldLayoutChg>
        <pc:sldLayoutChg chg="addSp delSp modSp mod">
          <pc:chgData name="Netta Soreq" userId="6d2f7f51-2e89-49f9-98e9-0f382abb6a6e" providerId="ADAL" clId="{2FF656F3-0E59-418C-BEC0-07F2EA7CBDD6}" dt="2023-09-05T08:45:34.209" v="295" actId="14100"/>
          <pc:sldLayoutMkLst>
            <pc:docMk/>
            <pc:sldMasterMk cId="200001367" sldId="2147483648"/>
            <pc:sldLayoutMk cId="209530151" sldId="2147483661"/>
          </pc:sldLayoutMkLst>
        </pc:sldLayoutChg>
        <pc:sldLayoutChg chg="addSp delSp modSp mod">
          <pc:chgData name="Netta Soreq" userId="6d2f7f51-2e89-49f9-98e9-0f382abb6a6e" providerId="ADAL" clId="{2FF656F3-0E59-418C-BEC0-07F2EA7CBDD6}" dt="2023-09-05T08:45:20.146" v="292"/>
          <pc:sldLayoutMkLst>
            <pc:docMk/>
            <pc:sldMasterMk cId="200001367" sldId="2147483648"/>
            <pc:sldLayoutMk cId="1635087350" sldId="2147483662"/>
          </pc:sldLayoutMkLst>
        </pc:sldLayoutChg>
        <pc:sldLayoutChg chg="modSp mod">
          <pc:chgData name="Netta Soreq" userId="6d2f7f51-2e89-49f9-98e9-0f382abb6a6e" providerId="ADAL" clId="{2FF656F3-0E59-418C-BEC0-07F2EA7CBDD6}" dt="2023-09-05T11:51:56.967" v="1036" actId="207"/>
          <pc:sldLayoutMkLst>
            <pc:docMk/>
            <pc:sldMasterMk cId="200001367" sldId="2147483648"/>
            <pc:sldLayoutMk cId="3975481183" sldId="2147483663"/>
          </pc:sldLayoutMkLst>
        </pc:sldLayoutChg>
        <pc:sldLayoutChg chg="addSp modSp mod">
          <pc:chgData name="Netta Soreq" userId="6d2f7f51-2e89-49f9-98e9-0f382abb6a6e" providerId="ADAL" clId="{2FF656F3-0E59-418C-BEC0-07F2EA7CBDD6}" dt="2023-09-05T08:45:56.496" v="302" actId="14100"/>
          <pc:sldLayoutMkLst>
            <pc:docMk/>
            <pc:sldMasterMk cId="200001367" sldId="2147483648"/>
            <pc:sldLayoutMk cId="2782876337" sldId="2147483664"/>
          </pc:sldLayoutMkLst>
        </pc:sldLayoutChg>
        <pc:sldLayoutChg chg="addSp delSp modSp mod">
          <pc:chgData name="Netta Soreq" userId="6d2f7f51-2e89-49f9-98e9-0f382abb6a6e" providerId="ADAL" clId="{2FF656F3-0E59-418C-BEC0-07F2EA7CBDD6}" dt="2023-09-05T08:46:18.394" v="325" actId="404"/>
          <pc:sldLayoutMkLst>
            <pc:docMk/>
            <pc:sldMasterMk cId="200001367" sldId="2147483648"/>
            <pc:sldLayoutMk cId="4251539109" sldId="2147483665"/>
          </pc:sldLayoutMkLst>
        </pc:sldLayoutChg>
      </pc:sldMasterChg>
    </pc:docChg>
  </pc:docChgLst>
  <pc:docChgLst>
    <pc:chgData name="Netta Soreq" userId="10601b8f-766f-4df1-857a-f492c9175214" providerId="ADAL" clId="{48750F33-ADB3-4250-9E88-5925CD1AACEE}"/>
    <pc:docChg chg="delSld modSld">
      <pc:chgData name="Netta Soreq" userId="10601b8f-766f-4df1-857a-f492c9175214" providerId="ADAL" clId="{48750F33-ADB3-4250-9E88-5925CD1AACEE}" dt="2024-03-23T20:31:28.430" v="27" actId="1076"/>
      <pc:docMkLst>
        <pc:docMk/>
      </pc:docMkLst>
      <pc:sldChg chg="addSp modSp mod">
        <pc:chgData name="Netta Soreq" userId="10601b8f-766f-4df1-857a-f492c9175214" providerId="ADAL" clId="{48750F33-ADB3-4250-9E88-5925CD1AACEE}" dt="2024-03-23T20:31:28.430" v="27" actId="1076"/>
        <pc:sldMkLst>
          <pc:docMk/>
          <pc:sldMk cId="2121608050" sldId="256"/>
        </pc:sldMkLst>
      </pc:sldChg>
      <pc:sldChg chg="del">
        <pc:chgData name="Netta Soreq" userId="10601b8f-766f-4df1-857a-f492c9175214" providerId="ADAL" clId="{48750F33-ADB3-4250-9E88-5925CD1AACEE}" dt="2024-03-22T08:20:46.245" v="1" actId="2696"/>
        <pc:sldMkLst>
          <pc:docMk/>
          <pc:sldMk cId="3318298606" sldId="277"/>
        </pc:sldMkLst>
      </pc:sldChg>
    </pc:docChg>
  </pc:docChgLst>
  <pc:docChgLst>
    <pc:chgData name="Netta Soreq" userId="10601b8f-766f-4df1-857a-f492c9175214" providerId="ADAL" clId="{1F1BC360-665C-4561-B915-95B1DD0CC3DF}"/>
    <pc:docChg chg="custSel addSld delSld modSld">
      <pc:chgData name="Netta Soreq" userId="10601b8f-766f-4df1-857a-f492c9175214" providerId="ADAL" clId="{1F1BC360-665C-4561-B915-95B1DD0CC3DF}" dt="2025-03-23T06:11:24.126" v="189"/>
      <pc:docMkLst>
        <pc:docMk/>
      </pc:docMkLst>
      <pc:sldChg chg="delSp modSp mod">
        <pc:chgData name="Netta Soreq" userId="10601b8f-766f-4df1-857a-f492c9175214" providerId="ADAL" clId="{1F1BC360-665C-4561-B915-95B1DD0CC3DF}" dt="2025-03-23T06:11:09.184" v="185" actId="478"/>
        <pc:sldMkLst>
          <pc:docMk/>
          <pc:sldMk cId="458919689" sldId="444"/>
        </pc:sldMkLst>
        <pc:spChg chg="mod">
          <ac:chgData name="Netta Soreq" userId="10601b8f-766f-4df1-857a-f492c9175214" providerId="ADAL" clId="{1F1BC360-665C-4561-B915-95B1DD0CC3DF}" dt="2025-03-23T06:11:07.724" v="184" actId="20577"/>
          <ac:spMkLst>
            <pc:docMk/>
            <pc:sldMk cId="458919689" sldId="444"/>
            <ac:spMk id="2" creationId="{DFC07363-D393-05B4-C5FE-D0FBEF27A64F}"/>
          </ac:spMkLst>
        </pc:spChg>
        <pc:spChg chg="mod">
          <ac:chgData name="Netta Soreq" userId="10601b8f-766f-4df1-857a-f492c9175214" providerId="ADAL" clId="{1F1BC360-665C-4561-B915-95B1DD0CC3DF}" dt="2025-03-23T06:10:23.893" v="26" actId="20577"/>
          <ac:spMkLst>
            <pc:docMk/>
            <pc:sldMk cId="458919689" sldId="444"/>
            <ac:spMk id="3" creationId="{84BB2838-6FE8-7A1B-1580-DA33B0D1ED13}"/>
          </ac:spMkLst>
        </pc:spChg>
        <pc:spChg chg="del">
          <ac:chgData name="Netta Soreq" userId="10601b8f-766f-4df1-857a-f492c9175214" providerId="ADAL" clId="{1F1BC360-665C-4561-B915-95B1DD0CC3DF}" dt="2025-03-23T06:11:09.184" v="185" actId="478"/>
          <ac:spMkLst>
            <pc:docMk/>
            <pc:sldMk cId="458919689" sldId="444"/>
            <ac:spMk id="6" creationId="{9F05C705-E53B-E79F-A502-77AB44A95F6D}"/>
          </ac:spMkLst>
        </pc:spChg>
        <pc:picChg chg="del">
          <ac:chgData name="Netta Soreq" userId="10601b8f-766f-4df1-857a-f492c9175214" providerId="ADAL" clId="{1F1BC360-665C-4561-B915-95B1DD0CC3DF}" dt="2025-03-23T06:10:25.736" v="27" actId="478"/>
          <ac:picMkLst>
            <pc:docMk/>
            <pc:sldMk cId="458919689" sldId="444"/>
            <ac:picMk id="5" creationId="{06C6B9F4-475B-67DA-4A0A-A75295759065}"/>
          </ac:picMkLst>
        </pc:picChg>
      </pc:sldChg>
      <pc:sldChg chg="modSp mod">
        <pc:chgData name="Netta Soreq" userId="10601b8f-766f-4df1-857a-f492c9175214" providerId="ADAL" clId="{1F1BC360-665C-4561-B915-95B1DD0CC3DF}" dt="2025-03-23T06:11:18.315" v="187"/>
        <pc:sldMkLst>
          <pc:docMk/>
          <pc:sldMk cId="710314332" sldId="458"/>
        </pc:sldMkLst>
        <pc:spChg chg="mod">
          <ac:chgData name="Netta Soreq" userId="10601b8f-766f-4df1-857a-f492c9175214" providerId="ADAL" clId="{1F1BC360-665C-4561-B915-95B1DD0CC3DF}" dt="2025-03-23T06:11:18.315" v="187"/>
          <ac:spMkLst>
            <pc:docMk/>
            <pc:sldMk cId="710314332" sldId="458"/>
            <ac:spMk id="5" creationId="{DD2C3C80-C90C-5FCA-0DED-7B054F0A9DF6}"/>
          </ac:spMkLst>
        </pc:spChg>
      </pc:sldChg>
      <pc:sldChg chg="modSp mod">
        <pc:chgData name="Netta Soreq" userId="10601b8f-766f-4df1-857a-f492c9175214" providerId="ADAL" clId="{1F1BC360-665C-4561-B915-95B1DD0CC3DF}" dt="2025-03-23T06:11:24.126" v="189"/>
        <pc:sldMkLst>
          <pc:docMk/>
          <pc:sldMk cId="1292081746" sldId="460"/>
        </pc:sldMkLst>
        <pc:spChg chg="mod">
          <ac:chgData name="Netta Soreq" userId="10601b8f-766f-4df1-857a-f492c9175214" providerId="ADAL" clId="{1F1BC360-665C-4561-B915-95B1DD0CC3DF}" dt="2025-03-23T06:11:24.126" v="189"/>
          <ac:spMkLst>
            <pc:docMk/>
            <pc:sldMk cId="1292081746" sldId="460"/>
            <ac:spMk id="5" creationId="{E42F3CF6-CB66-8231-4D58-A59B17EA488D}"/>
          </ac:spMkLst>
        </pc:spChg>
      </pc:sldChg>
      <pc:sldChg chg="add">
        <pc:chgData name="Netta Soreq" userId="10601b8f-766f-4df1-857a-f492c9175214" providerId="ADAL" clId="{1F1BC360-665C-4561-B915-95B1DD0CC3DF}" dt="2025-03-23T06:10:13.296" v="2" actId="2890"/>
        <pc:sldMkLst>
          <pc:docMk/>
          <pc:sldMk cId="3291177756" sldId="461"/>
        </pc:sldMkLst>
      </pc:sldChg>
      <pc:sldChg chg="add del">
        <pc:chgData name="Netta Soreq" userId="10601b8f-766f-4df1-857a-f492c9175214" providerId="ADAL" clId="{1F1BC360-665C-4561-B915-95B1DD0CC3DF}" dt="2025-03-23T06:10:09.663" v="1" actId="47"/>
        <pc:sldMkLst>
          <pc:docMk/>
          <pc:sldMk cId="3929437890" sldId="461"/>
        </pc:sldMkLst>
      </pc:sldChg>
    </pc:docChg>
  </pc:docChgLst>
  <pc:docChgLst>
    <pc:chgData name="Netta Soreq" userId="10601b8f-766f-4df1-857a-f492c9175214" providerId="ADAL" clId="{98081232-0521-4863-BACC-215CBDDE9F13}"/>
    <pc:docChg chg="modSld">
      <pc:chgData name="Netta Soreq" userId="10601b8f-766f-4df1-857a-f492c9175214" providerId="ADAL" clId="{98081232-0521-4863-BACC-215CBDDE9F13}" dt="2025-02-06T06:36:07.328" v="0" actId="14100"/>
      <pc:docMkLst>
        <pc:docMk/>
      </pc:docMkLst>
      <pc:sldChg chg="modSp mod">
        <pc:chgData name="Netta Soreq" userId="10601b8f-766f-4df1-857a-f492c9175214" providerId="ADAL" clId="{98081232-0521-4863-BACC-215CBDDE9F13}" dt="2025-02-06T06:36:07.328" v="0" actId="14100"/>
        <pc:sldMkLst>
          <pc:docMk/>
          <pc:sldMk cId="2121608050" sldId="256"/>
        </pc:sldMkLst>
      </pc:sldChg>
    </pc:docChg>
  </pc:docChgLst>
  <pc:docChgLst>
    <pc:chgData name="Netta Soreq" userId="10601b8f-766f-4df1-857a-f492c9175214" providerId="ADAL" clId="{F3F7D672-F034-4711-973D-0A5CBE3383C9}"/>
    <pc:docChg chg="custSel modSld">
      <pc:chgData name="Netta Soreq" userId="10601b8f-766f-4df1-857a-f492c9175214" providerId="ADAL" clId="{F3F7D672-F034-4711-973D-0A5CBE3383C9}" dt="2025-02-25T07:40:23.750" v="199" actId="478"/>
      <pc:docMkLst>
        <pc:docMk/>
      </pc:docMkLst>
      <pc:sldChg chg="delSp modSp mod">
        <pc:chgData name="Netta Soreq" userId="10601b8f-766f-4df1-857a-f492c9175214" providerId="ADAL" clId="{F3F7D672-F034-4711-973D-0A5CBE3383C9}" dt="2025-02-25T07:40:23.750" v="199" actId="478"/>
        <pc:sldMkLst>
          <pc:docMk/>
          <pc:sldMk cId="2121608050" sldId="256"/>
        </pc:sldMkLst>
        <pc:spChg chg="mod">
          <ac:chgData name="Netta Soreq" userId="10601b8f-766f-4df1-857a-f492c9175214" providerId="ADAL" clId="{F3F7D672-F034-4711-973D-0A5CBE3383C9}" dt="2025-02-25T07:29:17.002" v="0" actId="20577"/>
          <ac:spMkLst>
            <pc:docMk/>
            <pc:sldMk cId="2121608050" sldId="256"/>
            <ac:spMk id="2" creationId="{65D75DE8-D20C-3EBA-3350-8FF147E2E86D}"/>
          </ac:spMkLst>
        </pc:spChg>
      </pc:sldChg>
      <pc:sldChg chg="modSp mod">
        <pc:chgData name="Netta Soreq" userId="10601b8f-766f-4df1-857a-f492c9175214" providerId="ADAL" clId="{F3F7D672-F034-4711-973D-0A5CBE3383C9}" dt="2025-02-25T07:32:40.080" v="198" actId="20577"/>
        <pc:sldMkLst>
          <pc:docMk/>
          <pc:sldMk cId="2212832047" sldId="435"/>
        </pc:sldMkLst>
        <pc:spChg chg="mod">
          <ac:chgData name="Netta Soreq" userId="10601b8f-766f-4df1-857a-f492c9175214" providerId="ADAL" clId="{F3F7D672-F034-4711-973D-0A5CBE3383C9}" dt="2025-02-25T07:32:40.080" v="198" actId="20577"/>
          <ac:spMkLst>
            <pc:docMk/>
            <pc:sldMk cId="2212832047" sldId="435"/>
            <ac:spMk id="2" creationId="{CAC85A69-6D3A-3303-0D49-537705BF94D2}"/>
          </ac:spMkLst>
        </pc:spChg>
        <pc:spChg chg="mod">
          <ac:chgData name="Netta Soreq" userId="10601b8f-766f-4df1-857a-f492c9175214" providerId="ADAL" clId="{F3F7D672-F034-4711-973D-0A5CBE3383C9}" dt="2025-02-25T07:32:27.980" v="175" actId="20577"/>
          <ac:spMkLst>
            <pc:docMk/>
            <pc:sldMk cId="2212832047" sldId="435"/>
            <ac:spMk id="3" creationId="{EF104A5E-5F01-C134-2D27-626C4321D305}"/>
          </ac:spMkLst>
        </pc:spChg>
      </pc:sldChg>
    </pc:docChg>
  </pc:docChgLst>
  <pc:docChgLst>
    <pc:chgData name="Netta Soreq" userId="10601b8f-766f-4df1-857a-f492c9175214" providerId="ADAL" clId="{C57F08FB-8956-4676-973D-3DF878A5FB9B}"/>
    <pc:docChg chg="undo custSel addSld delSld modSld sldOrd">
      <pc:chgData name="Netta Soreq" userId="10601b8f-766f-4df1-857a-f492c9175214" providerId="ADAL" clId="{C57F08FB-8956-4676-973D-3DF878A5FB9B}" dt="2025-01-02T15:41:34.491" v="3024" actId="404"/>
      <pc:docMkLst>
        <pc:docMk/>
      </pc:docMkLst>
      <pc:sldChg chg="modSp mod">
        <pc:chgData name="Netta Soreq" userId="10601b8f-766f-4df1-857a-f492c9175214" providerId="ADAL" clId="{C57F08FB-8956-4676-973D-3DF878A5FB9B}" dt="2025-01-02T12:02:59.283" v="5" actId="20577"/>
        <pc:sldMkLst>
          <pc:docMk/>
          <pc:sldMk cId="2121608050" sldId="256"/>
        </pc:sldMkLst>
        <pc:spChg chg="mod">
          <ac:chgData name="Netta Soreq" userId="10601b8f-766f-4df1-857a-f492c9175214" providerId="ADAL" clId="{C57F08FB-8956-4676-973D-3DF878A5FB9B}" dt="2025-01-02T12:02:59.283" v="5" actId="20577"/>
          <ac:spMkLst>
            <pc:docMk/>
            <pc:sldMk cId="2121608050" sldId="256"/>
            <ac:spMk id="2" creationId="{65D75DE8-D20C-3EBA-3350-8FF147E2E86D}"/>
          </ac:spMkLst>
        </pc:spChg>
      </pc:sldChg>
      <pc:sldChg chg="addSp delSp modSp mod">
        <pc:chgData name="Netta Soreq" userId="10601b8f-766f-4df1-857a-f492c9175214" providerId="ADAL" clId="{C57F08FB-8956-4676-973D-3DF878A5FB9B}" dt="2025-01-02T14:46:48.226" v="531" actId="1076"/>
        <pc:sldMkLst>
          <pc:docMk/>
          <pc:sldMk cId="254702719" sldId="279"/>
        </pc:sldMkLst>
        <pc:spChg chg="mod">
          <ac:chgData name="Netta Soreq" userId="10601b8f-766f-4df1-857a-f492c9175214" providerId="ADAL" clId="{C57F08FB-8956-4676-973D-3DF878A5FB9B}" dt="2025-01-02T14:45:49.303" v="462" actId="20577"/>
          <ac:spMkLst>
            <pc:docMk/>
            <pc:sldMk cId="254702719" sldId="279"/>
            <ac:spMk id="2" creationId="{0177753B-368A-0F95-AA7F-5DA998273E0B}"/>
          </ac:spMkLst>
        </pc:spChg>
        <pc:picChg chg="add mod">
          <ac:chgData name="Netta Soreq" userId="10601b8f-766f-4df1-857a-f492c9175214" providerId="ADAL" clId="{C57F08FB-8956-4676-973D-3DF878A5FB9B}" dt="2025-01-02T14:46:48.226" v="531" actId="1076"/>
          <ac:picMkLst>
            <pc:docMk/>
            <pc:sldMk cId="254702719" sldId="279"/>
            <ac:picMk id="6" creationId="{DE704F88-A8A3-DC2A-42D0-987D8FC353E5}"/>
          </ac:picMkLst>
        </pc:picChg>
      </pc:sldChg>
      <pc:sldChg chg="modSp del mod">
        <pc:chgData name="Netta Soreq" userId="10601b8f-766f-4df1-857a-f492c9175214" providerId="ADAL" clId="{C57F08FB-8956-4676-973D-3DF878A5FB9B}" dt="2025-01-02T14:56:00.330" v="1039" actId="47"/>
        <pc:sldMkLst>
          <pc:docMk/>
          <pc:sldMk cId="2752197562" sldId="282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628015701" sldId="285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2858573422" sldId="291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1554746487" sldId="292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3426242428" sldId="293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3628683118" sldId="294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2221993689" sldId="295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198327994" sldId="296"/>
        </pc:sldMkLst>
      </pc:sldChg>
      <pc:sldChg chg="modSp mod">
        <pc:chgData name="Netta Soreq" userId="10601b8f-766f-4df1-857a-f492c9175214" providerId="ADAL" clId="{C57F08FB-8956-4676-973D-3DF878A5FB9B}" dt="2025-01-02T14:57:57.313" v="1360"/>
        <pc:sldMkLst>
          <pc:docMk/>
          <pc:sldMk cId="2212832047" sldId="435"/>
        </pc:sldMkLst>
        <pc:spChg chg="mod">
          <ac:chgData name="Netta Soreq" userId="10601b8f-766f-4df1-857a-f492c9175214" providerId="ADAL" clId="{C57F08FB-8956-4676-973D-3DF878A5FB9B}" dt="2025-01-02T14:57:57.313" v="1360"/>
          <ac:spMkLst>
            <pc:docMk/>
            <pc:sldMk cId="2212832047" sldId="435"/>
            <ac:spMk id="3" creationId="{EF104A5E-5F01-C134-2D27-626C4321D305}"/>
          </ac:spMkLst>
        </pc:spChg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2403718268" sldId="436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1607930059" sldId="437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1263658798" sldId="438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2952372813" sldId="441"/>
        </pc:sldMkLst>
      </pc:sldChg>
      <pc:sldChg chg="del">
        <pc:chgData name="Netta Soreq" userId="10601b8f-766f-4df1-857a-f492c9175214" providerId="ADAL" clId="{C57F08FB-8956-4676-973D-3DF878A5FB9B}" dt="2025-01-02T14:56:00.330" v="1039" actId="47"/>
        <pc:sldMkLst>
          <pc:docMk/>
          <pc:sldMk cId="1518156596" sldId="442"/>
        </pc:sldMkLst>
      </pc:sldChg>
      <pc:sldChg chg="modSp new mod">
        <pc:chgData name="Netta Soreq" userId="10601b8f-766f-4df1-857a-f492c9175214" providerId="ADAL" clId="{C57F08FB-8956-4676-973D-3DF878A5FB9B}" dt="2025-01-02T12:18:35.547" v="431" actId="20577"/>
        <pc:sldMkLst>
          <pc:docMk/>
          <pc:sldMk cId="2177366135" sldId="443"/>
        </pc:sldMkLst>
        <pc:spChg chg="mod">
          <ac:chgData name="Netta Soreq" userId="10601b8f-766f-4df1-857a-f492c9175214" providerId="ADAL" clId="{C57F08FB-8956-4676-973D-3DF878A5FB9B}" dt="2025-01-02T12:18:35.547" v="431" actId="20577"/>
          <ac:spMkLst>
            <pc:docMk/>
            <pc:sldMk cId="2177366135" sldId="443"/>
            <ac:spMk id="2" creationId="{940D3DF7-AB00-255F-8DAA-352E88A8D940}"/>
          </ac:spMkLst>
        </pc:spChg>
        <pc:spChg chg="mod">
          <ac:chgData name="Netta Soreq" userId="10601b8f-766f-4df1-857a-f492c9175214" providerId="ADAL" clId="{C57F08FB-8956-4676-973D-3DF878A5FB9B}" dt="2025-01-02T12:03:09.051" v="11" actId="20577"/>
          <ac:spMkLst>
            <pc:docMk/>
            <pc:sldMk cId="2177366135" sldId="443"/>
            <ac:spMk id="3" creationId="{485E6B3A-831F-5719-73D5-DC760D25D253}"/>
          </ac:spMkLst>
        </pc:spChg>
      </pc:sldChg>
      <pc:sldChg chg="addSp modSp add mod">
        <pc:chgData name="Netta Soreq" userId="10601b8f-766f-4df1-857a-f492c9175214" providerId="ADAL" clId="{C57F08FB-8956-4676-973D-3DF878A5FB9B}" dt="2025-01-02T14:48:21.600" v="602" actId="14100"/>
        <pc:sldMkLst>
          <pc:docMk/>
          <pc:sldMk cId="458919689" sldId="444"/>
        </pc:sldMkLst>
        <pc:spChg chg="mod">
          <ac:chgData name="Netta Soreq" userId="10601b8f-766f-4df1-857a-f492c9175214" providerId="ADAL" clId="{C57F08FB-8956-4676-973D-3DF878A5FB9B}" dt="2025-01-02T14:47:09.528" v="577" actId="20577"/>
          <ac:spMkLst>
            <pc:docMk/>
            <pc:sldMk cId="458919689" sldId="444"/>
            <ac:spMk id="2" creationId="{DFC07363-D393-05B4-C5FE-D0FBEF27A64F}"/>
          </ac:spMkLst>
        </pc:spChg>
        <pc:spChg chg="mod">
          <ac:chgData name="Netta Soreq" userId="10601b8f-766f-4df1-857a-f492c9175214" providerId="ADAL" clId="{C57F08FB-8956-4676-973D-3DF878A5FB9B}" dt="2025-01-02T14:45:57.405" v="467" actId="20577"/>
          <ac:spMkLst>
            <pc:docMk/>
            <pc:sldMk cId="458919689" sldId="444"/>
            <ac:spMk id="3" creationId="{84BB2838-6FE8-7A1B-1580-DA33B0D1ED13}"/>
          </ac:spMkLst>
        </pc:spChg>
        <pc:spChg chg="add mod">
          <ac:chgData name="Netta Soreq" userId="10601b8f-766f-4df1-857a-f492c9175214" providerId="ADAL" clId="{C57F08FB-8956-4676-973D-3DF878A5FB9B}" dt="2025-01-02T14:48:21.600" v="602" actId="14100"/>
          <ac:spMkLst>
            <pc:docMk/>
            <pc:sldMk cId="458919689" sldId="444"/>
            <ac:spMk id="6" creationId="{9F05C705-E53B-E79F-A502-77AB44A95F6D}"/>
          </ac:spMkLst>
        </pc:spChg>
        <pc:picChg chg="add mod">
          <ac:chgData name="Netta Soreq" userId="10601b8f-766f-4df1-857a-f492c9175214" providerId="ADAL" clId="{C57F08FB-8956-4676-973D-3DF878A5FB9B}" dt="2025-01-02T14:47:51.519" v="586" actId="1076"/>
          <ac:picMkLst>
            <pc:docMk/>
            <pc:sldMk cId="458919689" sldId="444"/>
            <ac:picMk id="5" creationId="{06C6B9F4-475B-67DA-4A0A-A75295759065}"/>
          </ac:picMkLst>
        </pc:picChg>
      </pc:sldChg>
      <pc:sldChg chg="addSp delSp modSp add mod">
        <pc:chgData name="Netta Soreq" userId="10601b8f-766f-4df1-857a-f492c9175214" providerId="ADAL" clId="{C57F08FB-8956-4676-973D-3DF878A5FB9B}" dt="2025-01-02T14:49:45.193" v="678" actId="1076"/>
        <pc:sldMkLst>
          <pc:docMk/>
          <pc:sldMk cId="4199878797" sldId="445"/>
        </pc:sldMkLst>
        <pc:spChg chg="mod">
          <ac:chgData name="Netta Soreq" userId="10601b8f-766f-4df1-857a-f492c9175214" providerId="ADAL" clId="{C57F08FB-8956-4676-973D-3DF878A5FB9B}" dt="2025-01-02T14:48:44.635" v="669" actId="20577"/>
          <ac:spMkLst>
            <pc:docMk/>
            <pc:sldMk cId="4199878797" sldId="445"/>
            <ac:spMk id="2" creationId="{3D6D231F-8530-6BE2-7F80-5C9104B73B3C}"/>
          </ac:spMkLst>
        </pc:spChg>
        <pc:picChg chg="add mod modCrop">
          <ac:chgData name="Netta Soreq" userId="10601b8f-766f-4df1-857a-f492c9175214" providerId="ADAL" clId="{C57F08FB-8956-4676-973D-3DF878A5FB9B}" dt="2025-01-02T14:49:45.193" v="678" actId="1076"/>
          <ac:picMkLst>
            <pc:docMk/>
            <pc:sldMk cId="4199878797" sldId="445"/>
            <ac:picMk id="7" creationId="{D60DCCD0-5F85-E28A-A82F-96E0E3DE1321}"/>
          </ac:picMkLst>
        </pc:picChg>
      </pc:sldChg>
      <pc:sldChg chg="addSp delSp modSp add mod">
        <pc:chgData name="Netta Soreq" userId="10601b8f-766f-4df1-857a-f492c9175214" providerId="ADAL" clId="{C57F08FB-8956-4676-973D-3DF878A5FB9B}" dt="2025-01-02T14:51:40.678" v="807" actId="20577"/>
        <pc:sldMkLst>
          <pc:docMk/>
          <pc:sldMk cId="839956626" sldId="446"/>
        </pc:sldMkLst>
        <pc:spChg chg="mod">
          <ac:chgData name="Netta Soreq" userId="10601b8f-766f-4df1-857a-f492c9175214" providerId="ADAL" clId="{C57F08FB-8956-4676-973D-3DF878A5FB9B}" dt="2025-01-02T14:51:40.678" v="807" actId="20577"/>
          <ac:spMkLst>
            <pc:docMk/>
            <pc:sldMk cId="839956626" sldId="446"/>
            <ac:spMk id="2" creationId="{AF300676-886F-43B3-4274-7DE0A3FABD1D}"/>
          </ac:spMkLst>
        </pc:spChg>
        <pc:spChg chg="mod">
          <ac:chgData name="Netta Soreq" userId="10601b8f-766f-4df1-857a-f492c9175214" providerId="ADAL" clId="{C57F08FB-8956-4676-973D-3DF878A5FB9B}" dt="2025-01-02T14:49:57.659" v="690" actId="20577"/>
          <ac:spMkLst>
            <pc:docMk/>
            <pc:sldMk cId="839956626" sldId="446"/>
            <ac:spMk id="3" creationId="{E7C0D8BE-F40D-CC70-C1CB-E2A6DA8FAA97}"/>
          </ac:spMkLst>
        </pc:spChg>
        <pc:picChg chg="add mod">
          <ac:chgData name="Netta Soreq" userId="10601b8f-766f-4df1-857a-f492c9175214" providerId="ADAL" clId="{C57F08FB-8956-4676-973D-3DF878A5FB9B}" dt="2025-01-02T14:50:25.375" v="693" actId="1076"/>
          <ac:picMkLst>
            <pc:docMk/>
            <pc:sldMk cId="839956626" sldId="446"/>
            <ac:picMk id="5" creationId="{6F1EBD10-C790-4571-B610-A155A67F602E}"/>
          </ac:picMkLst>
        </pc:picChg>
      </pc:sldChg>
      <pc:sldChg chg="modSp add mod">
        <pc:chgData name="Netta Soreq" userId="10601b8f-766f-4df1-857a-f492c9175214" providerId="ADAL" clId="{C57F08FB-8956-4676-973D-3DF878A5FB9B}" dt="2025-01-02T14:53:07.366" v="889" actId="20577"/>
        <pc:sldMkLst>
          <pc:docMk/>
          <pc:sldMk cId="262909296" sldId="447"/>
        </pc:sldMkLst>
        <pc:spChg chg="mod">
          <ac:chgData name="Netta Soreq" userId="10601b8f-766f-4df1-857a-f492c9175214" providerId="ADAL" clId="{C57F08FB-8956-4676-973D-3DF878A5FB9B}" dt="2025-01-02T14:53:07.366" v="889" actId="20577"/>
          <ac:spMkLst>
            <pc:docMk/>
            <pc:sldMk cId="262909296" sldId="447"/>
            <ac:spMk id="2" creationId="{F64FBCCA-2600-DB0E-F18E-B2067DF6A4FB}"/>
          </ac:spMkLst>
        </pc:spChg>
        <pc:spChg chg="mod">
          <ac:chgData name="Netta Soreq" userId="10601b8f-766f-4df1-857a-f492c9175214" providerId="ADAL" clId="{C57F08FB-8956-4676-973D-3DF878A5FB9B}" dt="2025-01-02T14:51:56.008" v="823" actId="20577"/>
          <ac:spMkLst>
            <pc:docMk/>
            <pc:sldMk cId="262909296" sldId="447"/>
            <ac:spMk id="3" creationId="{299AF307-E902-A54F-DFBD-D98CF95D9C48}"/>
          </ac:spMkLst>
        </pc:spChg>
        <pc:picChg chg="mod">
          <ac:chgData name="Netta Soreq" userId="10601b8f-766f-4df1-857a-f492c9175214" providerId="ADAL" clId="{C57F08FB-8956-4676-973D-3DF878A5FB9B}" dt="2025-01-02T14:52:38.697" v="875" actId="14826"/>
          <ac:picMkLst>
            <pc:docMk/>
            <pc:sldMk cId="262909296" sldId="447"/>
            <ac:picMk id="5" creationId="{EAF15D02-C28F-7542-B8EC-A238D3E190AB}"/>
          </ac:picMkLst>
        </pc:picChg>
      </pc:sldChg>
      <pc:sldChg chg="modSp add mod">
        <pc:chgData name="Netta Soreq" userId="10601b8f-766f-4df1-857a-f492c9175214" providerId="ADAL" clId="{C57F08FB-8956-4676-973D-3DF878A5FB9B}" dt="2025-01-02T14:53:49.203" v="972" actId="14826"/>
        <pc:sldMkLst>
          <pc:docMk/>
          <pc:sldMk cId="2790726359" sldId="448"/>
        </pc:sldMkLst>
        <pc:spChg chg="mod">
          <ac:chgData name="Netta Soreq" userId="10601b8f-766f-4df1-857a-f492c9175214" providerId="ADAL" clId="{C57F08FB-8956-4676-973D-3DF878A5FB9B}" dt="2025-01-02T14:53:33.086" v="971" actId="20577"/>
          <ac:spMkLst>
            <pc:docMk/>
            <pc:sldMk cId="2790726359" sldId="448"/>
            <ac:spMk id="2" creationId="{E18512B1-54E9-182A-7A32-EDF58E1A9190}"/>
          </ac:spMkLst>
        </pc:spChg>
        <pc:spChg chg="mod">
          <ac:chgData name="Netta Soreq" userId="10601b8f-766f-4df1-857a-f492c9175214" providerId="ADAL" clId="{C57F08FB-8956-4676-973D-3DF878A5FB9B}" dt="2025-01-02T14:53:12.908" v="894" actId="20577"/>
          <ac:spMkLst>
            <pc:docMk/>
            <pc:sldMk cId="2790726359" sldId="448"/>
            <ac:spMk id="3" creationId="{322CA8BC-DAEC-2257-922F-04F374B92CCF}"/>
          </ac:spMkLst>
        </pc:spChg>
        <pc:picChg chg="mod">
          <ac:chgData name="Netta Soreq" userId="10601b8f-766f-4df1-857a-f492c9175214" providerId="ADAL" clId="{C57F08FB-8956-4676-973D-3DF878A5FB9B}" dt="2025-01-02T14:53:49.203" v="972" actId="14826"/>
          <ac:picMkLst>
            <pc:docMk/>
            <pc:sldMk cId="2790726359" sldId="448"/>
            <ac:picMk id="5" creationId="{1B2B45C1-337C-166A-BAB4-DE4C7C298E67}"/>
          </ac:picMkLst>
        </pc:picChg>
      </pc:sldChg>
      <pc:sldChg chg="modSp add mod">
        <pc:chgData name="Netta Soreq" userId="10601b8f-766f-4df1-857a-f492c9175214" providerId="ADAL" clId="{C57F08FB-8956-4676-973D-3DF878A5FB9B}" dt="2025-01-02T14:54:25.610" v="1028" actId="14826"/>
        <pc:sldMkLst>
          <pc:docMk/>
          <pc:sldMk cId="1651707476" sldId="449"/>
        </pc:sldMkLst>
        <pc:spChg chg="mod">
          <ac:chgData name="Netta Soreq" userId="10601b8f-766f-4df1-857a-f492c9175214" providerId="ADAL" clId="{C57F08FB-8956-4676-973D-3DF878A5FB9B}" dt="2025-01-02T14:54:06.859" v="1027" actId="20577"/>
          <ac:spMkLst>
            <pc:docMk/>
            <pc:sldMk cId="1651707476" sldId="449"/>
            <ac:spMk id="2" creationId="{4AB7F8B7-69DC-A792-6915-BBA65273D9D2}"/>
          </ac:spMkLst>
        </pc:spChg>
        <pc:spChg chg="mod">
          <ac:chgData name="Netta Soreq" userId="10601b8f-766f-4df1-857a-f492c9175214" providerId="ADAL" clId="{C57F08FB-8956-4676-973D-3DF878A5FB9B}" dt="2025-01-02T14:53:53.704" v="977" actId="20577"/>
          <ac:spMkLst>
            <pc:docMk/>
            <pc:sldMk cId="1651707476" sldId="449"/>
            <ac:spMk id="3" creationId="{916AF61F-A16F-6F32-C371-6E1998720D2E}"/>
          </ac:spMkLst>
        </pc:spChg>
        <pc:picChg chg="mod">
          <ac:chgData name="Netta Soreq" userId="10601b8f-766f-4df1-857a-f492c9175214" providerId="ADAL" clId="{C57F08FB-8956-4676-973D-3DF878A5FB9B}" dt="2025-01-02T14:54:25.610" v="1028" actId="14826"/>
          <ac:picMkLst>
            <pc:docMk/>
            <pc:sldMk cId="1651707476" sldId="449"/>
            <ac:picMk id="5" creationId="{144BDD33-E086-C32C-99CC-DD3241AD1039}"/>
          </ac:picMkLst>
        </pc:picChg>
      </pc:sldChg>
      <pc:sldChg chg="addSp delSp modSp new mod">
        <pc:chgData name="Netta Soreq" userId="10601b8f-766f-4df1-857a-f492c9175214" providerId="ADAL" clId="{C57F08FB-8956-4676-973D-3DF878A5FB9B}" dt="2025-01-02T15:07:20.013" v="1578" actId="12789"/>
        <pc:sldMkLst>
          <pc:docMk/>
          <pc:sldMk cId="361322563" sldId="450"/>
        </pc:sldMkLst>
        <pc:spChg chg="mod">
          <ac:chgData name="Netta Soreq" userId="10601b8f-766f-4df1-857a-f492c9175214" providerId="ADAL" clId="{C57F08FB-8956-4676-973D-3DF878A5FB9B}" dt="2025-01-02T14:58:08.337" v="1376" actId="20577"/>
          <ac:spMkLst>
            <pc:docMk/>
            <pc:sldMk cId="361322563" sldId="450"/>
            <ac:spMk id="3" creationId="{0C514D11-F85D-6931-7A9F-A174B641E823}"/>
          </ac:spMkLst>
        </pc:spChg>
        <pc:spChg chg="mod">
          <ac:chgData name="Netta Soreq" userId="10601b8f-766f-4df1-857a-f492c9175214" providerId="ADAL" clId="{C57F08FB-8956-4676-973D-3DF878A5FB9B}" dt="2025-01-02T15:05:49.684" v="1536" actId="20577"/>
          <ac:spMkLst>
            <pc:docMk/>
            <pc:sldMk cId="361322563" sldId="450"/>
            <ac:spMk id="4" creationId="{AA04439F-7606-6782-1CB2-9C54BE2CBBFC}"/>
          </ac:spMkLst>
        </pc:spChg>
        <pc:spChg chg="add mod">
          <ac:chgData name="Netta Soreq" userId="10601b8f-766f-4df1-857a-f492c9175214" providerId="ADAL" clId="{C57F08FB-8956-4676-973D-3DF878A5FB9B}" dt="2025-01-02T15:07:20.013" v="1578" actId="12789"/>
          <ac:spMkLst>
            <pc:docMk/>
            <pc:sldMk cId="361322563" sldId="450"/>
            <ac:spMk id="8" creationId="{7A3C0129-8F97-5926-4C75-7C08F1E052A5}"/>
          </ac:spMkLst>
        </pc:spChg>
      </pc:sldChg>
      <pc:sldChg chg="addSp delSp modSp add mod">
        <pc:chgData name="Netta Soreq" userId="10601b8f-766f-4df1-857a-f492c9175214" providerId="ADAL" clId="{C57F08FB-8956-4676-973D-3DF878A5FB9B}" dt="2025-01-02T15:08:46.269" v="1773" actId="478"/>
        <pc:sldMkLst>
          <pc:docMk/>
          <pc:sldMk cId="3488142224" sldId="451"/>
        </pc:sldMkLst>
        <pc:spChg chg="mod">
          <ac:chgData name="Netta Soreq" userId="10601b8f-766f-4df1-857a-f492c9175214" providerId="ADAL" clId="{C57F08FB-8956-4676-973D-3DF878A5FB9B}" dt="2025-01-02T15:07:53.216" v="1589" actId="20577"/>
          <ac:spMkLst>
            <pc:docMk/>
            <pc:sldMk cId="3488142224" sldId="451"/>
            <ac:spMk id="3" creationId="{38330FFA-9991-90FD-2694-055FD67EFA40}"/>
          </ac:spMkLst>
        </pc:spChg>
        <pc:spChg chg="mod">
          <ac:chgData name="Netta Soreq" userId="10601b8f-766f-4df1-857a-f492c9175214" providerId="ADAL" clId="{C57F08FB-8956-4676-973D-3DF878A5FB9B}" dt="2025-01-02T15:08:43.402" v="1771" actId="20577"/>
          <ac:spMkLst>
            <pc:docMk/>
            <pc:sldMk cId="3488142224" sldId="451"/>
            <ac:spMk id="4" creationId="{DC384776-7DDC-6900-256A-D646AB28AD5D}"/>
          </ac:spMkLst>
        </pc:spChg>
        <pc:spChg chg="add del">
          <ac:chgData name="Netta Soreq" userId="10601b8f-766f-4df1-857a-f492c9175214" providerId="ADAL" clId="{C57F08FB-8956-4676-973D-3DF878A5FB9B}" dt="2025-01-02T15:08:46.269" v="1773" actId="478"/>
          <ac:spMkLst>
            <pc:docMk/>
            <pc:sldMk cId="3488142224" sldId="451"/>
            <ac:spMk id="8" creationId="{4CA8DFBB-392C-78B6-5D82-215729B306F0}"/>
          </ac:spMkLst>
        </pc:spChg>
      </pc:sldChg>
      <pc:sldChg chg="addSp delSp modSp add mod">
        <pc:chgData name="Netta Soreq" userId="10601b8f-766f-4df1-857a-f492c9175214" providerId="ADAL" clId="{C57F08FB-8956-4676-973D-3DF878A5FB9B}" dt="2025-01-02T15:22:54.077" v="1885" actId="20577"/>
        <pc:sldMkLst>
          <pc:docMk/>
          <pc:sldMk cId="170363488" sldId="452"/>
        </pc:sldMkLst>
        <pc:spChg chg="mod">
          <ac:chgData name="Netta Soreq" userId="10601b8f-766f-4df1-857a-f492c9175214" providerId="ADAL" clId="{C57F08FB-8956-4676-973D-3DF878A5FB9B}" dt="2025-01-02T15:08:50.018" v="1779" actId="20577"/>
          <ac:spMkLst>
            <pc:docMk/>
            <pc:sldMk cId="170363488" sldId="452"/>
            <ac:spMk id="3" creationId="{BDD77822-EB0D-D87F-DFE6-41AEDCC59336}"/>
          </ac:spMkLst>
        </pc:spChg>
        <pc:spChg chg="add mod">
          <ac:chgData name="Netta Soreq" userId="10601b8f-766f-4df1-857a-f492c9175214" providerId="ADAL" clId="{C57F08FB-8956-4676-973D-3DF878A5FB9B}" dt="2025-01-02T15:13:35.803" v="1883" actId="552"/>
          <ac:spMkLst>
            <pc:docMk/>
            <pc:sldMk cId="170363488" sldId="452"/>
            <ac:spMk id="7" creationId="{BB5E700F-8673-FA12-ABBD-7B1EDE4B79D7}"/>
          </ac:spMkLst>
        </pc:spChg>
        <pc:spChg chg="mod">
          <ac:chgData name="Netta Soreq" userId="10601b8f-766f-4df1-857a-f492c9175214" providerId="ADAL" clId="{C57F08FB-8956-4676-973D-3DF878A5FB9B}" dt="2025-01-02T15:13:35.803" v="1883" actId="552"/>
          <ac:spMkLst>
            <pc:docMk/>
            <pc:sldMk cId="170363488" sldId="452"/>
            <ac:spMk id="8" creationId="{4A3A1E9F-1C7B-1997-242A-7602CE3F91D1}"/>
          </ac:spMkLst>
        </pc:spChg>
        <pc:spChg chg="add mod">
          <ac:chgData name="Netta Soreq" userId="10601b8f-766f-4df1-857a-f492c9175214" providerId="ADAL" clId="{C57F08FB-8956-4676-973D-3DF878A5FB9B}" dt="2025-01-02T15:13:35.803" v="1883" actId="552"/>
          <ac:spMkLst>
            <pc:docMk/>
            <pc:sldMk cId="170363488" sldId="452"/>
            <ac:spMk id="9" creationId="{11501996-B340-0F0A-2E1F-92EF7E48AF04}"/>
          </ac:spMkLst>
        </pc:spChg>
        <pc:spChg chg="add mod">
          <ac:chgData name="Netta Soreq" userId="10601b8f-766f-4df1-857a-f492c9175214" providerId="ADAL" clId="{C57F08FB-8956-4676-973D-3DF878A5FB9B}" dt="2025-01-02T15:13:35.803" v="1883" actId="552"/>
          <ac:spMkLst>
            <pc:docMk/>
            <pc:sldMk cId="170363488" sldId="452"/>
            <ac:spMk id="10" creationId="{36A002B9-A220-DB4B-B1D9-36030D7167B0}"/>
          </ac:spMkLst>
        </pc:spChg>
        <pc:spChg chg="add mod">
          <ac:chgData name="Netta Soreq" userId="10601b8f-766f-4df1-857a-f492c9175214" providerId="ADAL" clId="{C57F08FB-8956-4676-973D-3DF878A5FB9B}" dt="2025-01-02T15:13:35.803" v="1883" actId="552"/>
          <ac:spMkLst>
            <pc:docMk/>
            <pc:sldMk cId="170363488" sldId="452"/>
            <ac:spMk id="11" creationId="{DFA7C8E3-2F33-353F-9A59-9B71100EFF77}"/>
          </ac:spMkLst>
        </pc:spChg>
        <pc:spChg chg="add mod">
          <ac:chgData name="Netta Soreq" userId="10601b8f-766f-4df1-857a-f492c9175214" providerId="ADAL" clId="{C57F08FB-8956-4676-973D-3DF878A5FB9B}" dt="2025-01-02T15:22:54.077" v="1885" actId="20577"/>
          <ac:spMkLst>
            <pc:docMk/>
            <pc:sldMk cId="170363488" sldId="452"/>
            <ac:spMk id="12" creationId="{8DE3F93E-16F8-8BA8-F705-A4D0B7F551DD}"/>
          </ac:spMkLst>
        </pc:spChg>
      </pc:sldChg>
      <pc:sldChg chg="modSp new mod">
        <pc:chgData name="Netta Soreq" userId="10601b8f-766f-4df1-857a-f492c9175214" providerId="ADAL" clId="{C57F08FB-8956-4676-973D-3DF878A5FB9B}" dt="2025-01-02T15:25:37.518" v="2153" actId="20577"/>
        <pc:sldMkLst>
          <pc:docMk/>
          <pc:sldMk cId="4128051247" sldId="453"/>
        </pc:sldMkLst>
        <pc:spChg chg="mod">
          <ac:chgData name="Netta Soreq" userId="10601b8f-766f-4df1-857a-f492c9175214" providerId="ADAL" clId="{C57F08FB-8956-4676-973D-3DF878A5FB9B}" dt="2025-01-02T15:25:37.518" v="2153" actId="20577"/>
          <ac:spMkLst>
            <pc:docMk/>
            <pc:sldMk cId="4128051247" sldId="453"/>
            <ac:spMk id="2" creationId="{80C8E1BB-2CD0-0B67-52B5-4C020D204EFB}"/>
          </ac:spMkLst>
        </pc:spChg>
        <pc:spChg chg="mod">
          <ac:chgData name="Netta Soreq" userId="10601b8f-766f-4df1-857a-f492c9175214" providerId="ADAL" clId="{C57F08FB-8956-4676-973D-3DF878A5FB9B}" dt="2025-01-02T15:24:18.692" v="1902" actId="20577"/>
          <ac:spMkLst>
            <pc:docMk/>
            <pc:sldMk cId="4128051247" sldId="453"/>
            <ac:spMk id="3" creationId="{EB3D68DB-429D-A7EA-0BBD-5A161D686031}"/>
          </ac:spMkLst>
        </pc:spChg>
      </pc:sldChg>
      <pc:sldChg chg="modSp add mod">
        <pc:chgData name="Netta Soreq" userId="10601b8f-766f-4df1-857a-f492c9175214" providerId="ADAL" clId="{C57F08FB-8956-4676-973D-3DF878A5FB9B}" dt="2025-01-02T15:26:34.757" v="2196" actId="20577"/>
        <pc:sldMkLst>
          <pc:docMk/>
          <pc:sldMk cId="1513386503" sldId="454"/>
        </pc:sldMkLst>
        <pc:spChg chg="mod">
          <ac:chgData name="Netta Soreq" userId="10601b8f-766f-4df1-857a-f492c9175214" providerId="ADAL" clId="{C57F08FB-8956-4676-973D-3DF878A5FB9B}" dt="2025-01-02T15:26:34.757" v="2196" actId="20577"/>
          <ac:spMkLst>
            <pc:docMk/>
            <pc:sldMk cId="1513386503" sldId="454"/>
            <ac:spMk id="2" creationId="{3D08882C-C03A-E6F4-7CF9-8B3662D5FE2F}"/>
          </ac:spMkLst>
        </pc:spChg>
      </pc:sldChg>
      <pc:sldChg chg="delSp modSp add mod ord">
        <pc:chgData name="Netta Soreq" userId="10601b8f-766f-4df1-857a-f492c9175214" providerId="ADAL" clId="{C57F08FB-8956-4676-973D-3DF878A5FB9B}" dt="2025-01-02T15:34:26.963" v="2609"/>
        <pc:sldMkLst>
          <pc:docMk/>
          <pc:sldMk cId="3528850460" sldId="455"/>
        </pc:sldMkLst>
        <pc:spChg chg="mod">
          <ac:chgData name="Netta Soreq" userId="10601b8f-766f-4df1-857a-f492c9175214" providerId="ADAL" clId="{C57F08FB-8956-4676-973D-3DF878A5FB9B}" dt="2025-01-02T15:30:18.038" v="2480" actId="20577"/>
          <ac:spMkLst>
            <pc:docMk/>
            <pc:sldMk cId="3528850460" sldId="455"/>
            <ac:spMk id="2" creationId="{584EE2F2-CEE0-9E93-6E8D-9EEAD9C7180F}"/>
          </ac:spMkLst>
        </pc:spChg>
        <pc:spChg chg="mod">
          <ac:chgData name="Netta Soreq" userId="10601b8f-766f-4df1-857a-f492c9175214" providerId="ADAL" clId="{C57F08FB-8956-4676-973D-3DF878A5FB9B}" dt="2025-01-02T15:30:13.946" v="2474" actId="20577"/>
          <ac:spMkLst>
            <pc:docMk/>
            <pc:sldMk cId="3528850460" sldId="455"/>
            <ac:spMk id="3" creationId="{0D4E14ED-0CA0-D7A8-E2EB-2117DFEC5F75}"/>
          </ac:spMkLst>
        </pc:spChg>
      </pc:sldChg>
      <pc:sldChg chg="modSp add mod ord">
        <pc:chgData name="Netta Soreq" userId="10601b8f-766f-4df1-857a-f492c9175214" providerId="ADAL" clId="{C57F08FB-8956-4676-973D-3DF878A5FB9B}" dt="2025-01-02T15:31:11.085" v="2607" actId="20577"/>
        <pc:sldMkLst>
          <pc:docMk/>
          <pc:sldMk cId="2122391001" sldId="456"/>
        </pc:sldMkLst>
        <pc:spChg chg="mod">
          <ac:chgData name="Netta Soreq" userId="10601b8f-766f-4df1-857a-f492c9175214" providerId="ADAL" clId="{C57F08FB-8956-4676-973D-3DF878A5FB9B}" dt="2025-01-02T15:30:30.980" v="2494" actId="20577"/>
          <ac:spMkLst>
            <pc:docMk/>
            <pc:sldMk cId="2122391001" sldId="456"/>
            <ac:spMk id="3" creationId="{018E9D16-B189-6536-B3E8-10DF90D5EEF1}"/>
          </ac:spMkLst>
        </pc:spChg>
        <pc:spChg chg="mod">
          <ac:chgData name="Netta Soreq" userId="10601b8f-766f-4df1-857a-f492c9175214" providerId="ADAL" clId="{C57F08FB-8956-4676-973D-3DF878A5FB9B}" dt="2025-01-02T15:31:11.085" v="2607" actId="20577"/>
          <ac:spMkLst>
            <pc:docMk/>
            <pc:sldMk cId="2122391001" sldId="456"/>
            <ac:spMk id="4" creationId="{0241C80E-34F6-5E53-F2A0-F2DE8D8AF492}"/>
          </ac:spMkLst>
        </pc:spChg>
        <pc:spChg chg="mod">
          <ac:chgData name="Netta Soreq" userId="10601b8f-766f-4df1-857a-f492c9175214" providerId="ADAL" clId="{C57F08FB-8956-4676-973D-3DF878A5FB9B}" dt="2025-01-02T15:30:55.148" v="2542" actId="12789"/>
          <ac:spMkLst>
            <pc:docMk/>
            <pc:sldMk cId="2122391001" sldId="456"/>
            <ac:spMk id="8" creationId="{DC23DEB5-C6E5-926C-2237-F195808D2164}"/>
          </ac:spMkLst>
        </pc:spChg>
      </pc:sldChg>
      <pc:sldChg chg="addSp delSp modSp add del mod ord">
        <pc:chgData name="Netta Soreq" userId="10601b8f-766f-4df1-857a-f492c9175214" providerId="ADAL" clId="{C57F08FB-8956-4676-973D-3DF878A5FB9B}" dt="2025-01-02T15:30:14.070" v="2477" actId="2890"/>
        <pc:sldMkLst>
          <pc:docMk/>
          <pc:sldMk cId="2710078198" sldId="456"/>
        </pc:sldMkLst>
      </pc:sldChg>
      <pc:sldChg chg="addSp modSp add mod">
        <pc:chgData name="Netta Soreq" userId="10601b8f-766f-4df1-857a-f492c9175214" providerId="ADAL" clId="{C57F08FB-8956-4676-973D-3DF878A5FB9B}" dt="2025-01-02T15:36:21.810" v="2776"/>
        <pc:sldMkLst>
          <pc:docMk/>
          <pc:sldMk cId="2494288799" sldId="457"/>
        </pc:sldMkLst>
        <pc:spChg chg="mod">
          <ac:chgData name="Netta Soreq" userId="10601b8f-766f-4df1-857a-f492c9175214" providerId="ADAL" clId="{C57F08FB-8956-4676-973D-3DF878A5FB9B}" dt="2025-01-02T15:34:47.860" v="2626" actId="20577"/>
          <ac:spMkLst>
            <pc:docMk/>
            <pc:sldMk cId="2494288799" sldId="457"/>
            <ac:spMk id="3" creationId="{A438DCE6-DF37-D0C7-96A6-1CDFA35209A3}"/>
          </ac:spMkLst>
        </pc:spChg>
        <pc:spChg chg="mod">
          <ac:chgData name="Netta Soreq" userId="10601b8f-766f-4df1-857a-f492c9175214" providerId="ADAL" clId="{C57F08FB-8956-4676-973D-3DF878A5FB9B}" dt="2025-01-02T15:35:08.741" v="2718" actId="20577"/>
          <ac:spMkLst>
            <pc:docMk/>
            <pc:sldMk cId="2494288799" sldId="457"/>
            <ac:spMk id="4" creationId="{D7012F93-F513-656E-D085-7320F16F07EF}"/>
          </ac:spMkLst>
        </pc:spChg>
        <pc:spChg chg="mod">
          <ac:chgData name="Netta Soreq" userId="10601b8f-766f-4df1-857a-f492c9175214" providerId="ADAL" clId="{C57F08FB-8956-4676-973D-3DF878A5FB9B}" dt="2025-01-02T15:34:42.452" v="2617" actId="13926"/>
          <ac:spMkLst>
            <pc:docMk/>
            <pc:sldMk cId="2494288799" sldId="457"/>
            <ac:spMk id="8" creationId="{858900AE-433A-D317-C5BD-A8E6C064255E}"/>
          </ac:spMkLst>
        </pc:spChg>
      </pc:sldChg>
      <pc:sldChg chg="addSp modSp add mod">
        <pc:chgData name="Netta Soreq" userId="10601b8f-766f-4df1-857a-f492c9175214" providerId="ADAL" clId="{C57F08FB-8956-4676-973D-3DF878A5FB9B}" dt="2025-01-02T15:38:08.781" v="2818" actId="20577"/>
        <pc:sldMkLst>
          <pc:docMk/>
          <pc:sldMk cId="710314332" sldId="458"/>
        </pc:sldMkLst>
        <pc:spChg chg="add mod">
          <ac:chgData name="Netta Soreq" userId="10601b8f-766f-4df1-857a-f492c9175214" providerId="ADAL" clId="{C57F08FB-8956-4676-973D-3DF878A5FB9B}" dt="2025-01-02T15:36:28.114" v="2779" actId="1076"/>
          <ac:spMkLst>
            <pc:docMk/>
            <pc:sldMk cId="710314332" sldId="458"/>
            <ac:spMk id="2" creationId="{D03E222C-6761-66AA-84D9-D8168B0C0020}"/>
          </ac:spMkLst>
        </pc:spChg>
        <pc:spChg chg="mod">
          <ac:chgData name="Netta Soreq" userId="10601b8f-766f-4df1-857a-f492c9175214" providerId="ADAL" clId="{C57F08FB-8956-4676-973D-3DF878A5FB9B}" dt="2025-01-02T15:35:13.041" v="2723" actId="20577"/>
          <ac:spMkLst>
            <pc:docMk/>
            <pc:sldMk cId="710314332" sldId="458"/>
            <ac:spMk id="3" creationId="{047F3BCE-49CE-841F-BAA0-3901DE81BAFF}"/>
          </ac:spMkLst>
        </pc:spChg>
        <pc:spChg chg="mod">
          <ac:chgData name="Netta Soreq" userId="10601b8f-766f-4df1-857a-f492c9175214" providerId="ADAL" clId="{C57F08FB-8956-4676-973D-3DF878A5FB9B}" dt="2025-01-02T15:35:24.053" v="2772" actId="20577"/>
          <ac:spMkLst>
            <pc:docMk/>
            <pc:sldMk cId="710314332" sldId="458"/>
            <ac:spMk id="4" creationId="{2E59CA94-B8A8-D147-513A-B5F7A0F7CF51}"/>
          </ac:spMkLst>
        </pc:spChg>
        <pc:spChg chg="add mod">
          <ac:chgData name="Netta Soreq" userId="10601b8f-766f-4df1-857a-f492c9175214" providerId="ADAL" clId="{C57F08FB-8956-4676-973D-3DF878A5FB9B}" dt="2025-01-02T15:36:33.049" v="2781" actId="1076"/>
          <ac:spMkLst>
            <pc:docMk/>
            <pc:sldMk cId="710314332" sldId="458"/>
            <ac:spMk id="5" creationId="{DD2C3C80-C90C-5FCA-0DED-7B054F0A9DF6}"/>
          </ac:spMkLst>
        </pc:spChg>
        <pc:spChg chg="add mod">
          <ac:chgData name="Netta Soreq" userId="10601b8f-766f-4df1-857a-f492c9175214" providerId="ADAL" clId="{C57F08FB-8956-4676-973D-3DF878A5FB9B}" dt="2025-01-02T15:38:02.192" v="2803" actId="20577"/>
          <ac:spMkLst>
            <pc:docMk/>
            <pc:sldMk cId="710314332" sldId="458"/>
            <ac:spMk id="6" creationId="{EB7CC848-FC72-A8DA-A080-EB44952530E1}"/>
          </ac:spMkLst>
        </pc:spChg>
        <pc:spChg chg="mod">
          <ac:chgData name="Netta Soreq" userId="10601b8f-766f-4df1-857a-f492c9175214" providerId="ADAL" clId="{C57F08FB-8956-4676-973D-3DF878A5FB9B}" dt="2025-01-02T15:38:08.781" v="2818" actId="20577"/>
          <ac:spMkLst>
            <pc:docMk/>
            <pc:sldMk cId="710314332" sldId="458"/>
            <ac:spMk id="8" creationId="{43DADF02-3AB2-FD40-68E4-037BDCBA10D8}"/>
          </ac:spMkLst>
        </pc:spChg>
      </pc:sldChg>
      <pc:sldChg chg="addSp delSp modSp add mod">
        <pc:chgData name="Netta Soreq" userId="10601b8f-766f-4df1-857a-f492c9175214" providerId="ADAL" clId="{C57F08FB-8956-4676-973D-3DF878A5FB9B}" dt="2025-01-02T15:41:34.491" v="3024" actId="404"/>
        <pc:sldMkLst>
          <pc:docMk/>
          <pc:sldMk cId="2635493433" sldId="459"/>
        </pc:sldMkLst>
        <pc:spChg chg="mod">
          <ac:chgData name="Netta Soreq" userId="10601b8f-766f-4df1-857a-f492c9175214" providerId="ADAL" clId="{C57F08FB-8956-4676-973D-3DF878A5FB9B}" dt="2025-01-02T15:39:43.699" v="2953" actId="20577"/>
          <ac:spMkLst>
            <pc:docMk/>
            <pc:sldMk cId="2635493433" sldId="459"/>
            <ac:spMk id="3" creationId="{8B81E5DE-1E35-1862-C7EE-383E25A4A65C}"/>
          </ac:spMkLst>
        </pc:spChg>
        <pc:spChg chg="mod">
          <ac:chgData name="Netta Soreq" userId="10601b8f-766f-4df1-857a-f492c9175214" providerId="ADAL" clId="{C57F08FB-8956-4676-973D-3DF878A5FB9B}" dt="2025-01-02T15:40:18.549" v="3010" actId="20577"/>
          <ac:spMkLst>
            <pc:docMk/>
            <pc:sldMk cId="2635493433" sldId="459"/>
            <ac:spMk id="4" creationId="{2AD211E5-DC8E-99AC-BC8C-BF219E0805F1}"/>
          </ac:spMkLst>
        </pc:spChg>
        <pc:spChg chg="add mod">
          <ac:chgData name="Netta Soreq" userId="10601b8f-766f-4df1-857a-f492c9175214" providerId="ADAL" clId="{C57F08FB-8956-4676-973D-3DF878A5FB9B}" dt="2025-01-02T15:40:21.475" v="3011" actId="1076"/>
          <ac:spMkLst>
            <pc:docMk/>
            <pc:sldMk cId="2635493433" sldId="459"/>
            <ac:spMk id="7" creationId="{A32A1CA7-6D7E-FE01-0873-3AC0854313AD}"/>
          </ac:spMkLst>
        </pc:spChg>
        <pc:spChg chg="mod">
          <ac:chgData name="Netta Soreq" userId="10601b8f-766f-4df1-857a-f492c9175214" providerId="ADAL" clId="{C57F08FB-8956-4676-973D-3DF878A5FB9B}" dt="2025-01-02T15:41:34.491" v="3024" actId="404"/>
          <ac:spMkLst>
            <pc:docMk/>
            <pc:sldMk cId="2635493433" sldId="459"/>
            <ac:spMk id="8" creationId="{3DBBDC31-D9FA-6E55-5767-13900C6C7C43}"/>
          </ac:spMkLst>
        </pc:spChg>
        <pc:spChg chg="add mod">
          <ac:chgData name="Netta Soreq" userId="10601b8f-766f-4df1-857a-f492c9175214" providerId="ADAL" clId="{C57F08FB-8956-4676-973D-3DF878A5FB9B}" dt="2025-01-02T15:41:34.491" v="3024" actId="404"/>
          <ac:spMkLst>
            <pc:docMk/>
            <pc:sldMk cId="2635493433" sldId="459"/>
            <ac:spMk id="9" creationId="{6CED9062-157C-F573-7D36-4809033C43D1}"/>
          </ac:spMkLst>
        </pc:spChg>
        <pc:spChg chg="add mod">
          <ac:chgData name="Netta Soreq" userId="10601b8f-766f-4df1-857a-f492c9175214" providerId="ADAL" clId="{C57F08FB-8956-4676-973D-3DF878A5FB9B}" dt="2025-01-02T15:40:38.781" v="3015" actId="20577"/>
          <ac:spMkLst>
            <pc:docMk/>
            <pc:sldMk cId="2635493433" sldId="459"/>
            <ac:spMk id="10" creationId="{A7CAA698-BED8-F047-29F9-D29ABD578056}"/>
          </ac:spMkLst>
        </pc:spChg>
      </pc:sldChg>
      <pc:sldChg chg="addSp delSp modSp add mod">
        <pc:chgData name="Netta Soreq" userId="10601b8f-766f-4df1-857a-f492c9175214" providerId="ADAL" clId="{C57F08FB-8956-4676-973D-3DF878A5FB9B}" dt="2025-01-02T15:39:39.801" v="2948" actId="20577"/>
        <pc:sldMkLst>
          <pc:docMk/>
          <pc:sldMk cId="1292081746" sldId="460"/>
        </pc:sldMkLst>
        <pc:spChg chg="add del">
          <ac:chgData name="Netta Soreq" userId="10601b8f-766f-4df1-857a-f492c9175214" providerId="ADAL" clId="{C57F08FB-8956-4676-973D-3DF878A5FB9B}" dt="2025-01-02T15:39:26.910" v="2897" actId="478"/>
          <ac:spMkLst>
            <pc:docMk/>
            <pc:sldMk cId="1292081746" sldId="460"/>
            <ac:spMk id="2" creationId="{6CACF369-8017-22EC-4F90-EC5B253092A3}"/>
          </ac:spMkLst>
        </pc:spChg>
        <pc:spChg chg="mod">
          <ac:chgData name="Netta Soreq" userId="10601b8f-766f-4df1-857a-f492c9175214" providerId="ADAL" clId="{C57F08FB-8956-4676-973D-3DF878A5FB9B}" dt="2025-01-02T15:39:30.138" v="2907" actId="20577"/>
          <ac:spMkLst>
            <pc:docMk/>
            <pc:sldMk cId="1292081746" sldId="460"/>
            <ac:spMk id="3" creationId="{159ABEDB-A2D1-2DB1-7E5D-54B3F7657A8A}"/>
          </ac:spMkLst>
        </pc:spChg>
        <pc:spChg chg="mod">
          <ac:chgData name="Netta Soreq" userId="10601b8f-766f-4df1-857a-f492c9175214" providerId="ADAL" clId="{C57F08FB-8956-4676-973D-3DF878A5FB9B}" dt="2025-01-02T15:39:39.801" v="2948" actId="20577"/>
          <ac:spMkLst>
            <pc:docMk/>
            <pc:sldMk cId="1292081746" sldId="460"/>
            <ac:spMk id="4" creationId="{661B0297-CB58-DF82-E5B6-D06F0C3BB906}"/>
          </ac:spMkLst>
        </pc:spChg>
        <pc:spChg chg="add del">
          <ac:chgData name="Netta Soreq" userId="10601b8f-766f-4df1-857a-f492c9175214" providerId="ADAL" clId="{C57F08FB-8956-4676-973D-3DF878A5FB9B}" dt="2025-01-02T15:39:26.910" v="2897" actId="478"/>
          <ac:spMkLst>
            <pc:docMk/>
            <pc:sldMk cId="1292081746" sldId="460"/>
            <ac:spMk id="5" creationId="{E42F3CF6-CB66-8231-4D58-A59B17EA488D}"/>
          </ac:spMkLst>
        </pc:spChg>
        <pc:spChg chg="add del">
          <ac:chgData name="Netta Soreq" userId="10601b8f-766f-4df1-857a-f492c9175214" providerId="ADAL" clId="{C57F08FB-8956-4676-973D-3DF878A5FB9B}" dt="2025-01-02T15:39:26.910" v="2897" actId="478"/>
          <ac:spMkLst>
            <pc:docMk/>
            <pc:sldMk cId="1292081746" sldId="460"/>
            <ac:spMk id="6" creationId="{5FA0891B-7A6E-C06E-34ED-4B8B11CD7554}"/>
          </ac:spMkLst>
        </pc:spChg>
        <pc:spChg chg="add del">
          <ac:chgData name="Netta Soreq" userId="10601b8f-766f-4df1-857a-f492c9175214" providerId="ADAL" clId="{C57F08FB-8956-4676-973D-3DF878A5FB9B}" dt="2025-01-02T15:39:26.910" v="2897" actId="478"/>
          <ac:spMkLst>
            <pc:docMk/>
            <pc:sldMk cId="1292081746" sldId="460"/>
            <ac:spMk id="8" creationId="{1B596563-848B-86A2-F59C-4EF855C69D4A}"/>
          </ac:spMkLst>
        </pc:spChg>
      </pc:sldChg>
    </pc:docChg>
  </pc:docChgLst>
  <pc:docChgLst>
    <pc:chgData name="Netta Soreq" userId="6d2f7f51-2e89-49f9-98e9-0f382abb6a6e" providerId="ADAL" clId="{ED4DB7D0-F8FC-4990-A105-D00EC2601FD9}"/>
    <pc:docChg chg="undo custSel delSld modSld">
      <pc:chgData name="Netta Soreq" userId="6d2f7f51-2e89-49f9-98e9-0f382abb6a6e" providerId="ADAL" clId="{ED4DB7D0-F8FC-4990-A105-D00EC2601FD9}" dt="2023-09-19T07:29:49.729" v="29" actId="478"/>
      <pc:docMkLst>
        <pc:docMk/>
      </pc:docMkLst>
      <pc:sldChg chg="addSp delSp modSp mod">
        <pc:chgData name="Netta Soreq" userId="6d2f7f51-2e89-49f9-98e9-0f382abb6a6e" providerId="ADAL" clId="{ED4DB7D0-F8FC-4990-A105-D00EC2601FD9}" dt="2023-09-19T07:29:49.729" v="29" actId="478"/>
        <pc:sldMkLst>
          <pc:docMk/>
          <pc:sldMk cId="3483459742" sldId="256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2809372919" sldId="257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3328682825" sldId="258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2976563361" sldId="259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2001403084" sldId="260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014924502" sldId="261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3230281321" sldId="262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165106372" sldId="263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741853001" sldId="264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343340061" sldId="265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2848918103" sldId="266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375181923" sldId="267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2440847178" sldId="268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823193572" sldId="269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166734505" sldId="270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046177621" sldId="271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24774784" sldId="272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857315601" sldId="273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1266008728" sldId="274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3026072176" sldId="275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654696196" sldId="276"/>
        </pc:sldMkLst>
      </pc:sldChg>
      <pc:sldChg chg="del">
        <pc:chgData name="Netta Soreq" userId="6d2f7f51-2e89-49f9-98e9-0f382abb6a6e" providerId="ADAL" clId="{ED4DB7D0-F8FC-4990-A105-D00EC2601FD9}" dt="2023-09-12T05:56:53.564" v="0" actId="47"/>
        <pc:sldMkLst>
          <pc:docMk/>
          <pc:sldMk cId="3318298606" sldId="277"/>
        </pc:sldMkLst>
      </pc:sldChg>
    </pc:docChg>
  </pc:docChgLst>
  <pc:docChgLst>
    <pc:chgData name="Netta Soreq" userId="6d2f7f51-2e89-49f9-98e9-0f382abb6a6e" providerId="ADAL" clId="{6A7F55A6-5DCF-4F15-A42A-F0F4AD4CE3D3}"/>
    <pc:docChg chg="addSld delSld modMainMaster">
      <pc:chgData name="Netta Soreq" userId="6d2f7f51-2e89-49f9-98e9-0f382abb6a6e" providerId="ADAL" clId="{6A7F55A6-5DCF-4F15-A42A-F0F4AD4CE3D3}" dt="2023-10-04T20:09:46.107" v="3" actId="14100"/>
      <pc:docMkLst>
        <pc:docMk/>
      </pc:docMkLst>
      <pc:sldChg chg="new">
        <pc:chgData name="Netta Soreq" userId="6d2f7f51-2e89-49f9-98e9-0f382abb6a6e" providerId="ADAL" clId="{6A7F55A6-5DCF-4F15-A42A-F0F4AD4CE3D3}" dt="2023-09-22T05:06:24.999" v="1" actId="680"/>
        <pc:sldMkLst>
          <pc:docMk/>
          <pc:sldMk cId="2121608050" sldId="256"/>
        </pc:sldMkLst>
      </pc:sldChg>
      <pc:sldChg chg="del">
        <pc:chgData name="Netta Soreq" userId="6d2f7f51-2e89-49f9-98e9-0f382abb6a6e" providerId="ADAL" clId="{6A7F55A6-5DCF-4F15-A42A-F0F4AD4CE3D3}" dt="2023-09-22T05:06:24.110" v="0" actId="47"/>
        <pc:sldMkLst>
          <pc:docMk/>
          <pc:sldMk cId="3483459742" sldId="256"/>
        </pc:sldMkLst>
      </pc:sldChg>
      <pc:sldChg chg="del">
        <pc:chgData name="Netta Soreq" userId="6d2f7f51-2e89-49f9-98e9-0f382abb6a6e" providerId="ADAL" clId="{6A7F55A6-5DCF-4F15-A42A-F0F4AD4CE3D3}" dt="2023-09-22T05:06:24.110" v="0" actId="47"/>
        <pc:sldMkLst>
          <pc:docMk/>
          <pc:sldMk cId="227320528" sldId="260"/>
        </pc:sldMkLst>
      </pc:sldChg>
      <pc:sldChg chg="del">
        <pc:chgData name="Netta Soreq" userId="6d2f7f51-2e89-49f9-98e9-0f382abb6a6e" providerId="ADAL" clId="{6A7F55A6-5DCF-4F15-A42A-F0F4AD4CE3D3}" dt="2023-09-22T05:06:24.110" v="0" actId="47"/>
        <pc:sldMkLst>
          <pc:docMk/>
          <pc:sldMk cId="1021630076" sldId="261"/>
        </pc:sldMkLst>
      </pc:sldChg>
      <pc:sldChg chg="del">
        <pc:chgData name="Netta Soreq" userId="6d2f7f51-2e89-49f9-98e9-0f382abb6a6e" providerId="ADAL" clId="{6A7F55A6-5DCF-4F15-A42A-F0F4AD4CE3D3}" dt="2023-09-22T05:06:24.110" v="0" actId="47"/>
        <pc:sldMkLst>
          <pc:docMk/>
          <pc:sldMk cId="3006714036" sldId="262"/>
        </pc:sldMkLst>
      </pc:sldChg>
      <pc:sldMasterChg chg="delSldLayout modSldLayout">
        <pc:chgData name="Netta Soreq" userId="6d2f7f51-2e89-49f9-98e9-0f382abb6a6e" providerId="ADAL" clId="{6A7F55A6-5DCF-4F15-A42A-F0F4AD4CE3D3}" dt="2023-10-04T20:09:46.107" v="3" actId="14100"/>
        <pc:sldMasterMkLst>
          <pc:docMk/>
          <pc:sldMasterMk cId="200001367" sldId="2147483648"/>
        </pc:sldMasterMkLst>
        <pc:sldLayoutChg chg="modSp mod">
          <pc:chgData name="Netta Soreq" userId="6d2f7f51-2e89-49f9-98e9-0f382abb6a6e" providerId="ADAL" clId="{6A7F55A6-5DCF-4F15-A42A-F0F4AD4CE3D3}" dt="2023-10-04T20:09:46.107" v="3" actId="14100"/>
          <pc:sldLayoutMkLst>
            <pc:docMk/>
            <pc:sldMasterMk cId="200001367" sldId="2147483648"/>
            <pc:sldLayoutMk cId="3383666486" sldId="2147483649"/>
          </pc:sldLayoutMkLst>
        </pc:sldLayoutChg>
        <pc:sldLayoutChg chg="del">
          <pc:chgData name="Netta Soreq" userId="6d2f7f51-2e89-49f9-98e9-0f382abb6a6e" providerId="ADAL" clId="{6A7F55A6-5DCF-4F15-A42A-F0F4AD4CE3D3}" dt="2023-10-04T20:09:41.988" v="2" actId="2696"/>
          <pc:sldLayoutMkLst>
            <pc:docMk/>
            <pc:sldMasterMk cId="200001367" sldId="2147483648"/>
            <pc:sldLayoutMk cId="3934575364" sldId="2147483669"/>
          </pc:sldLayoutMkLst>
        </pc:sldLayoutChg>
      </pc:sldMasterChg>
    </pc:docChg>
  </pc:docChgLst>
  <pc:docChgLst>
    <pc:chgData name="Netta Soreq" userId="10601b8f-766f-4df1-857a-f492c9175214" providerId="ADAL" clId="{C1EC43D7-7F8D-4A77-9853-E5D0E761FAEA}"/>
    <pc:docChg chg="undo redo custSel addSld delSld modSld modMainMaster">
      <pc:chgData name="Netta Soreq" userId="10601b8f-766f-4df1-857a-f492c9175214" providerId="ADAL" clId="{C1EC43D7-7F8D-4A77-9853-E5D0E761FAEA}" dt="2025-01-02T09:24:40.613" v="1543" actId="255"/>
      <pc:docMkLst>
        <pc:docMk/>
      </pc:docMkLst>
      <pc:sldChg chg="addSp delSp modSp mod">
        <pc:chgData name="Netta Soreq" userId="10601b8f-766f-4df1-857a-f492c9175214" providerId="ADAL" clId="{C1EC43D7-7F8D-4A77-9853-E5D0E761FAEA}" dt="2025-01-02T08:34:51.493" v="755"/>
        <pc:sldMkLst>
          <pc:docMk/>
          <pc:sldMk cId="2752197562" sldId="282"/>
        </pc:sldMkLst>
      </pc:sldChg>
      <pc:sldChg chg="del">
        <pc:chgData name="Netta Soreq" userId="10601b8f-766f-4df1-857a-f492c9175214" providerId="ADAL" clId="{C1EC43D7-7F8D-4A77-9853-E5D0E761FAEA}" dt="2025-01-02T08:23:13.812" v="71" actId="47"/>
        <pc:sldMkLst>
          <pc:docMk/>
          <pc:sldMk cId="1868749243" sldId="283"/>
        </pc:sldMkLst>
      </pc:sldChg>
      <pc:sldChg chg="del">
        <pc:chgData name="Netta Soreq" userId="10601b8f-766f-4df1-857a-f492c9175214" providerId="ADAL" clId="{C1EC43D7-7F8D-4A77-9853-E5D0E761FAEA}" dt="2025-01-02T08:23:17.586" v="72" actId="47"/>
        <pc:sldMkLst>
          <pc:docMk/>
          <pc:sldMk cId="694620433" sldId="284"/>
        </pc:sldMkLst>
      </pc:sldChg>
      <pc:sldChg chg="addSp delSp modSp mod">
        <pc:chgData name="Netta Soreq" userId="10601b8f-766f-4df1-857a-f492c9175214" providerId="ADAL" clId="{C1EC43D7-7F8D-4A77-9853-E5D0E761FAEA}" dt="2025-01-02T08:36:43.691" v="921" actId="13926"/>
        <pc:sldMkLst>
          <pc:docMk/>
          <pc:sldMk cId="628015701" sldId="285"/>
        </pc:sldMkLst>
      </pc:sldChg>
      <pc:sldChg chg="modSp del">
        <pc:chgData name="Netta Soreq" userId="10601b8f-766f-4df1-857a-f492c9175214" providerId="ADAL" clId="{C1EC43D7-7F8D-4A77-9853-E5D0E761FAEA}" dt="2025-01-02T08:39:15.728" v="951" actId="47"/>
        <pc:sldMkLst>
          <pc:docMk/>
          <pc:sldMk cId="1686159483" sldId="286"/>
        </pc:sldMkLst>
      </pc:sldChg>
      <pc:sldChg chg="del">
        <pc:chgData name="Netta Soreq" userId="10601b8f-766f-4df1-857a-f492c9175214" providerId="ADAL" clId="{C1EC43D7-7F8D-4A77-9853-E5D0E761FAEA}" dt="2025-01-02T08:39:15.728" v="951" actId="47"/>
        <pc:sldMkLst>
          <pc:docMk/>
          <pc:sldMk cId="305868538" sldId="287"/>
        </pc:sldMkLst>
      </pc:sldChg>
      <pc:sldChg chg="del">
        <pc:chgData name="Netta Soreq" userId="10601b8f-766f-4df1-857a-f492c9175214" providerId="ADAL" clId="{C1EC43D7-7F8D-4A77-9853-E5D0E761FAEA}" dt="2025-01-02T08:39:21.078" v="952" actId="47"/>
        <pc:sldMkLst>
          <pc:docMk/>
          <pc:sldMk cId="420964874" sldId="288"/>
        </pc:sldMkLst>
      </pc:sldChg>
      <pc:sldChg chg="del">
        <pc:chgData name="Netta Soreq" userId="10601b8f-766f-4df1-857a-f492c9175214" providerId="ADAL" clId="{C1EC43D7-7F8D-4A77-9853-E5D0E761FAEA}" dt="2025-01-02T08:39:21.078" v="952" actId="47"/>
        <pc:sldMkLst>
          <pc:docMk/>
          <pc:sldMk cId="3016818437" sldId="289"/>
        </pc:sldMkLst>
      </pc:sldChg>
      <pc:sldChg chg="del">
        <pc:chgData name="Netta Soreq" userId="10601b8f-766f-4df1-857a-f492c9175214" providerId="ADAL" clId="{C1EC43D7-7F8D-4A77-9853-E5D0E761FAEA}" dt="2025-01-02T08:39:21.078" v="952" actId="47"/>
        <pc:sldMkLst>
          <pc:docMk/>
          <pc:sldMk cId="1071612709" sldId="290"/>
        </pc:sldMkLst>
      </pc:sldChg>
      <pc:sldChg chg="modSp mod">
        <pc:chgData name="Netta Soreq" userId="10601b8f-766f-4df1-857a-f492c9175214" providerId="ADAL" clId="{C1EC43D7-7F8D-4A77-9853-E5D0E761FAEA}" dt="2025-01-02T08:44:22.346" v="1155" actId="14100"/>
        <pc:sldMkLst>
          <pc:docMk/>
          <pc:sldMk cId="2858573422" sldId="291"/>
        </pc:sldMkLst>
      </pc:sldChg>
      <pc:sldChg chg="modSp mod">
        <pc:chgData name="Netta Soreq" userId="10601b8f-766f-4df1-857a-f492c9175214" providerId="ADAL" clId="{C1EC43D7-7F8D-4A77-9853-E5D0E761FAEA}" dt="2025-01-02T09:12:11.367" v="1245" actId="2711"/>
        <pc:sldMkLst>
          <pc:docMk/>
          <pc:sldMk cId="1554746487" sldId="292"/>
        </pc:sldMkLst>
      </pc:sldChg>
      <pc:sldChg chg="addSp delSp modSp mod">
        <pc:chgData name="Netta Soreq" userId="10601b8f-766f-4df1-857a-f492c9175214" providerId="ADAL" clId="{C1EC43D7-7F8D-4A77-9853-E5D0E761FAEA}" dt="2025-01-02T09:11:07.960" v="1243" actId="12789"/>
        <pc:sldMkLst>
          <pc:docMk/>
          <pc:sldMk cId="3426242428" sldId="293"/>
        </pc:sldMkLst>
      </pc:sldChg>
      <pc:sldChg chg="modSp mod">
        <pc:chgData name="Netta Soreq" userId="10601b8f-766f-4df1-857a-f492c9175214" providerId="ADAL" clId="{C1EC43D7-7F8D-4A77-9853-E5D0E761FAEA}" dt="2025-01-02T09:13:20.921" v="1276" actId="12789"/>
        <pc:sldMkLst>
          <pc:docMk/>
          <pc:sldMk cId="3628683118" sldId="294"/>
        </pc:sldMkLst>
      </pc:sldChg>
      <pc:sldChg chg="addSp delSp modSp mod">
        <pc:chgData name="Netta Soreq" userId="10601b8f-766f-4df1-857a-f492c9175214" providerId="ADAL" clId="{C1EC43D7-7F8D-4A77-9853-E5D0E761FAEA}" dt="2025-01-02T09:20:32.033" v="1338" actId="12789"/>
        <pc:sldMkLst>
          <pc:docMk/>
          <pc:sldMk cId="2221993689" sldId="295"/>
        </pc:sldMkLst>
      </pc:sldChg>
      <pc:sldChg chg="addSp delSp modSp mod">
        <pc:chgData name="Netta Soreq" userId="10601b8f-766f-4df1-857a-f492c9175214" providerId="ADAL" clId="{C1EC43D7-7F8D-4A77-9853-E5D0E761FAEA}" dt="2025-01-02T09:24:40.613" v="1543" actId="255"/>
        <pc:sldMkLst>
          <pc:docMk/>
          <pc:sldMk cId="198327994" sldId="296"/>
        </pc:sldMkLst>
      </pc:sldChg>
      <pc:sldChg chg="del">
        <pc:chgData name="Netta Soreq" userId="10601b8f-766f-4df1-857a-f492c9175214" providerId="ADAL" clId="{C1EC43D7-7F8D-4A77-9853-E5D0E761FAEA}" dt="2025-01-02T08:39:43.486" v="955" actId="47"/>
        <pc:sldMkLst>
          <pc:docMk/>
          <pc:sldMk cId="3183028451" sldId="439"/>
        </pc:sldMkLst>
      </pc:sldChg>
      <pc:sldChg chg="del">
        <pc:chgData name="Netta Soreq" userId="10601b8f-766f-4df1-857a-f492c9175214" providerId="ADAL" clId="{C1EC43D7-7F8D-4A77-9853-E5D0E761FAEA}" dt="2025-01-02T08:39:32.907" v="954" actId="47"/>
        <pc:sldMkLst>
          <pc:docMk/>
          <pc:sldMk cId="834859321" sldId="440"/>
        </pc:sldMkLst>
      </pc:sldChg>
      <pc:sldChg chg="addSp delSp modSp add mod">
        <pc:chgData name="Netta Soreq" userId="10601b8f-766f-4df1-857a-f492c9175214" providerId="ADAL" clId="{C1EC43D7-7F8D-4A77-9853-E5D0E761FAEA}" dt="2025-01-02T08:38:11.078" v="950" actId="13926"/>
        <pc:sldMkLst>
          <pc:docMk/>
          <pc:sldMk cId="2952372813" sldId="441"/>
        </pc:sldMkLst>
      </pc:sldChg>
      <pc:sldChg chg="addSp delSp modSp add mod">
        <pc:chgData name="Netta Soreq" userId="10601b8f-766f-4df1-857a-f492c9175214" providerId="ADAL" clId="{C1EC43D7-7F8D-4A77-9853-E5D0E761FAEA}" dt="2025-01-02T09:04:08.241" v="1168" actId="12789"/>
        <pc:sldMkLst>
          <pc:docMk/>
          <pc:sldMk cId="1518156596" sldId="442"/>
        </pc:sldMkLst>
      </pc:sldChg>
      <pc:sldMasterChg chg="modSldLayout">
        <pc:chgData name="Netta Soreq" userId="10601b8f-766f-4df1-857a-f492c9175214" providerId="ADAL" clId="{C1EC43D7-7F8D-4A77-9853-E5D0E761FAEA}" dt="2025-01-02T07:50:48.204" v="18" actId="113"/>
        <pc:sldMasterMkLst>
          <pc:docMk/>
          <pc:sldMasterMk cId="200001367" sldId="2147483648"/>
        </pc:sldMasterMkLst>
        <pc:sldLayoutChg chg="modSp mod">
          <pc:chgData name="Netta Soreq" userId="10601b8f-766f-4df1-857a-f492c9175214" providerId="ADAL" clId="{C1EC43D7-7F8D-4A77-9853-E5D0E761FAEA}" dt="2025-01-02T07:50:34.036" v="14" actId="20577"/>
          <pc:sldLayoutMkLst>
            <pc:docMk/>
            <pc:sldMasterMk cId="200001367" sldId="2147483648"/>
            <pc:sldLayoutMk cId="3383666486" sldId="2147483649"/>
          </pc:sldLayoutMkLst>
          <pc:spChg chg="mod">
            <ac:chgData name="Netta Soreq" userId="10601b8f-766f-4df1-857a-f492c9175214" providerId="ADAL" clId="{C1EC43D7-7F8D-4A77-9853-E5D0E761FAEA}" dt="2025-01-02T07:50:34.036" v="14" actId="20577"/>
            <ac:spMkLst>
              <pc:docMk/>
              <pc:sldMasterMk cId="200001367" sldId="2147483648"/>
              <pc:sldLayoutMk cId="3383666486" sldId="2147483649"/>
              <ac:spMk id="11" creationId="{0F54CFA6-6F63-961C-8012-8DF2A096CB3C}"/>
            </ac:spMkLst>
          </pc:spChg>
          <pc:spChg chg="mod">
            <ac:chgData name="Netta Soreq" userId="10601b8f-766f-4df1-857a-f492c9175214" providerId="ADAL" clId="{C1EC43D7-7F8D-4A77-9853-E5D0E761FAEA}" dt="2025-01-02T07:50:28.855" v="2" actId="113"/>
            <ac:spMkLst>
              <pc:docMk/>
              <pc:sldMasterMk cId="200001367" sldId="2147483648"/>
              <pc:sldLayoutMk cId="3383666486" sldId="2147483649"/>
              <ac:spMk id="13" creationId="{9950974E-1D52-EE3F-B790-304F2A3238C9}"/>
            </ac:spMkLst>
          </pc:spChg>
        </pc:sldLayoutChg>
        <pc:sldLayoutChg chg="modSp">
          <pc:chgData name="Netta Soreq" userId="10601b8f-766f-4df1-857a-f492c9175214" providerId="ADAL" clId="{C1EC43D7-7F8D-4A77-9853-E5D0E761FAEA}" dt="2025-01-02T07:50:48.204" v="18" actId="113"/>
          <pc:sldLayoutMkLst>
            <pc:docMk/>
            <pc:sldMasterMk cId="200001367" sldId="2147483648"/>
            <pc:sldLayoutMk cId="2782876337" sldId="2147483664"/>
          </pc:sldLayoutMkLst>
          <pc:spChg chg="mod">
            <ac:chgData name="Netta Soreq" userId="10601b8f-766f-4df1-857a-f492c9175214" providerId="ADAL" clId="{C1EC43D7-7F8D-4A77-9853-E5D0E761FAEA}" dt="2025-01-02T07:50:48.204" v="18" actId="113"/>
            <ac:spMkLst>
              <pc:docMk/>
              <pc:sldMasterMk cId="200001367" sldId="2147483648"/>
              <pc:sldLayoutMk cId="2782876337" sldId="2147483664"/>
              <ac:spMk id="3" creationId="{B1BB81ED-7357-D5E8-A57F-F8C5AD1D78D3}"/>
            </ac:spMkLst>
          </pc:spChg>
        </pc:sldLayoutChg>
        <pc:sldLayoutChg chg="modSp">
          <pc:chgData name="Netta Soreq" userId="10601b8f-766f-4df1-857a-f492c9175214" providerId="ADAL" clId="{C1EC43D7-7F8D-4A77-9853-E5D0E761FAEA}" dt="2025-01-02T07:50:45.763" v="17" actId="113"/>
          <pc:sldLayoutMkLst>
            <pc:docMk/>
            <pc:sldMasterMk cId="200001367" sldId="2147483648"/>
            <pc:sldLayoutMk cId="2854661881" sldId="2147483666"/>
          </pc:sldLayoutMkLst>
          <pc:spChg chg="mod">
            <ac:chgData name="Netta Soreq" userId="10601b8f-766f-4df1-857a-f492c9175214" providerId="ADAL" clId="{C1EC43D7-7F8D-4A77-9853-E5D0E761FAEA}" dt="2025-01-02T07:50:45.763" v="17" actId="113"/>
            <ac:spMkLst>
              <pc:docMk/>
              <pc:sldMasterMk cId="200001367" sldId="2147483648"/>
              <pc:sldLayoutMk cId="2854661881" sldId="2147483666"/>
              <ac:spMk id="9" creationId="{1DF5C479-D8CC-F3FE-8948-BB8227638D1C}"/>
            </ac:spMkLst>
          </pc:spChg>
        </pc:sldLayoutChg>
        <pc:sldLayoutChg chg="modSp">
          <pc:chgData name="Netta Soreq" userId="10601b8f-766f-4df1-857a-f492c9175214" providerId="ADAL" clId="{C1EC43D7-7F8D-4A77-9853-E5D0E761FAEA}" dt="2025-01-02T07:50:39.006" v="15" actId="113"/>
          <pc:sldLayoutMkLst>
            <pc:docMk/>
            <pc:sldMasterMk cId="200001367" sldId="2147483648"/>
            <pc:sldLayoutMk cId="833657954" sldId="2147483667"/>
          </pc:sldLayoutMkLst>
          <pc:spChg chg="mod">
            <ac:chgData name="Netta Soreq" userId="10601b8f-766f-4df1-857a-f492c9175214" providerId="ADAL" clId="{C1EC43D7-7F8D-4A77-9853-E5D0E761FAEA}" dt="2025-01-02T07:50:39.006" v="15" actId="113"/>
            <ac:spMkLst>
              <pc:docMk/>
              <pc:sldMasterMk cId="200001367" sldId="2147483648"/>
              <pc:sldLayoutMk cId="833657954" sldId="2147483667"/>
              <ac:spMk id="9" creationId="{1DF5C479-D8CC-F3FE-8948-BB8227638D1C}"/>
            </ac:spMkLst>
          </pc:spChg>
        </pc:sldLayoutChg>
        <pc:sldLayoutChg chg="modSp">
          <pc:chgData name="Netta Soreq" userId="10601b8f-766f-4df1-857a-f492c9175214" providerId="ADAL" clId="{C1EC43D7-7F8D-4A77-9853-E5D0E761FAEA}" dt="2025-01-02T07:50:41.343" v="16" actId="113"/>
          <pc:sldLayoutMkLst>
            <pc:docMk/>
            <pc:sldMasterMk cId="200001367" sldId="2147483648"/>
            <pc:sldLayoutMk cId="2077096399" sldId="2147483668"/>
          </pc:sldLayoutMkLst>
          <pc:spChg chg="mod">
            <ac:chgData name="Netta Soreq" userId="10601b8f-766f-4df1-857a-f492c9175214" providerId="ADAL" clId="{C1EC43D7-7F8D-4A77-9853-E5D0E761FAEA}" dt="2025-01-02T07:50:41.343" v="16" actId="113"/>
            <ac:spMkLst>
              <pc:docMk/>
              <pc:sldMasterMk cId="200001367" sldId="2147483648"/>
              <pc:sldLayoutMk cId="2077096399" sldId="2147483668"/>
              <ac:spMk id="3" creationId="{345F53FB-DF39-14C8-43F0-238CBC5458D5}"/>
            </ac:spMkLst>
          </pc:spChg>
        </pc:sldLayoutChg>
      </pc:sldMasterChg>
    </pc:docChg>
  </pc:docChgLst>
  <pc:docChgLst>
    <pc:chgData name="Guest User" userId="S::urn:spo:anon#6bd648f9bcbf70770ab2d94f2f4466564eb118ad1f6f909da2f60cac60d494ff::" providerId="AD" clId="Web-{F4EF298A-85CE-F1A0-452B-7365DA2C4C01}"/>
    <pc:docChg chg="mod">
      <pc:chgData name="Guest User" userId="S::urn:spo:anon#6bd648f9bcbf70770ab2d94f2f4466564eb118ad1f6f909da2f60cac60d494ff::" providerId="AD" clId="Web-{F4EF298A-85CE-F1A0-452B-7365DA2C4C01}" dt="2024-03-07T11:59:43.375" v="1"/>
      <pc:docMkLst>
        <pc:docMk/>
      </pc:docMkLst>
      <pc:sldChg chg="addCm">
        <pc:chgData name="Guest User" userId="S::urn:spo:anon#6bd648f9bcbf70770ab2d94f2f4466564eb118ad1f6f909da2f60cac60d494ff::" providerId="AD" clId="Web-{F4EF298A-85CE-F1A0-452B-7365DA2C4C01}" dt="2024-03-07T11:59:43.375" v="1"/>
        <pc:sldMkLst>
          <pc:docMk/>
          <pc:sldMk cId="2858573422" sldId="29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uest User" userId="S::urn:spo:anon#6bd648f9bcbf70770ab2d94f2f4466564eb118ad1f6f909da2f60cac60d494ff::" providerId="AD" clId="Web-{F4EF298A-85CE-F1A0-452B-7365DA2C4C01}" dt="2024-03-07T11:59:43.375" v="1"/>
              <pc2:cmMkLst xmlns:pc2="http://schemas.microsoft.com/office/powerpoint/2019/9/main/command">
                <pc:docMk/>
                <pc:sldMk cId="2858573422" sldId="291"/>
                <pc2:cmMk id="{499768AE-0D27-44B7-A63B-376FC9C42DE6}"/>
              </pc2:cmMkLst>
            </pc226:cmChg>
          </p:ext>
        </pc:extLst>
      </pc:sldChg>
    </pc:docChg>
  </pc:docChgLst>
  <pc:docChgLst>
    <pc:chgData name="Netta Soreq" userId="10601b8f-766f-4df1-857a-f492c9175214" providerId="ADAL" clId="{BADF2876-153F-449B-9FD3-9C770E4156FF}"/>
    <pc:docChg chg="undo custSel addSld modSld sldOrd">
      <pc:chgData name="Netta Soreq" userId="10601b8f-766f-4df1-857a-f492c9175214" providerId="ADAL" clId="{BADF2876-153F-449B-9FD3-9C770E4156FF}" dt="2024-05-03T05:25:22.574" v="788" actId="20577"/>
      <pc:docMkLst>
        <pc:docMk/>
      </pc:docMkLst>
      <pc:sldChg chg="addSp delSp modSp add mod ord">
        <pc:chgData name="Netta Soreq" userId="10601b8f-766f-4df1-857a-f492c9175214" providerId="ADAL" clId="{BADF2876-153F-449B-9FD3-9C770E4156FF}" dt="2024-05-03T05:23:53.112" v="668" actId="20577"/>
        <pc:sldMkLst>
          <pc:docMk/>
          <pc:sldMk cId="3183028451" sldId="439"/>
        </pc:sldMkLst>
      </pc:sldChg>
      <pc:sldChg chg="addSp delSp modSp add mod">
        <pc:chgData name="Netta Soreq" userId="10601b8f-766f-4df1-857a-f492c9175214" providerId="ADAL" clId="{BADF2876-153F-449B-9FD3-9C770E4156FF}" dt="2024-05-03T05:25:22.574" v="788" actId="20577"/>
        <pc:sldMkLst>
          <pc:docMk/>
          <pc:sldMk cId="834859321" sldId="440"/>
        </pc:sldMkLst>
      </pc:sldChg>
    </pc:docChg>
  </pc:docChgLst>
  <pc:docChgLst>
    <pc:chgData name="Netta Soreq" userId="10601b8f-766f-4df1-857a-f492c9175214" providerId="ADAL" clId="{351EFFEC-AE10-41D1-AE09-F7DE0A335829}"/>
    <pc:docChg chg="undo custSel addSld delSld modSld sldOrd modMainMaster">
      <pc:chgData name="Netta Soreq" userId="10601b8f-766f-4df1-857a-f492c9175214" providerId="ADAL" clId="{351EFFEC-AE10-41D1-AE09-F7DE0A335829}" dt="2024-05-19T06:00:30.256" v="5747" actId="20577"/>
      <pc:docMkLst>
        <pc:docMk/>
      </pc:docMkLst>
      <pc:sldChg chg="addSp delSp modSp mod">
        <pc:chgData name="Netta Soreq" userId="10601b8f-766f-4df1-857a-f492c9175214" providerId="ADAL" clId="{351EFFEC-AE10-41D1-AE09-F7DE0A335829}" dt="2024-05-19T06:00:30.256" v="5747" actId="20577"/>
        <pc:sldMkLst>
          <pc:docMk/>
          <pc:sldMk cId="2121608050" sldId="256"/>
        </pc:sldMkLst>
      </pc:sldChg>
      <pc:sldChg chg="new del">
        <pc:chgData name="Netta Soreq" userId="10601b8f-766f-4df1-857a-f492c9175214" providerId="ADAL" clId="{351EFFEC-AE10-41D1-AE09-F7DE0A335829}" dt="2024-03-03T08:20:29.593" v="69" actId="47"/>
        <pc:sldMkLst>
          <pc:docMk/>
          <pc:sldMk cId="2441914961" sldId="257"/>
        </pc:sldMkLst>
      </pc:sldChg>
      <pc:sldChg chg="addSp modSp new del mod">
        <pc:chgData name="Netta Soreq" userId="10601b8f-766f-4df1-857a-f492c9175214" providerId="ADAL" clId="{351EFFEC-AE10-41D1-AE09-F7DE0A335829}" dt="2024-03-03T09:06:31.864" v="185" actId="47"/>
        <pc:sldMkLst>
          <pc:docMk/>
          <pc:sldMk cId="2750336755" sldId="257"/>
        </pc:sldMkLst>
      </pc:sldChg>
      <pc:sldChg chg="add">
        <pc:chgData name="Netta Soreq" userId="10601b8f-766f-4df1-857a-f492c9175214" providerId="ADAL" clId="{351EFFEC-AE10-41D1-AE09-F7DE0A335829}" dt="2024-03-03T08:21:02.613" v="71"/>
        <pc:sldMkLst>
          <pc:docMk/>
          <pc:sldMk cId="3318298606" sldId="277"/>
        </pc:sldMkLst>
      </pc:sldChg>
      <pc:sldChg chg="modSp add del mod">
        <pc:chgData name="Netta Soreq" userId="10601b8f-766f-4df1-857a-f492c9175214" providerId="ADAL" clId="{351EFFEC-AE10-41D1-AE09-F7DE0A335829}" dt="2024-03-03T09:06:32.995" v="186" actId="47"/>
        <pc:sldMkLst>
          <pc:docMk/>
          <pc:sldMk cId="2255394241" sldId="278"/>
        </pc:sldMkLst>
      </pc:sldChg>
      <pc:sldChg chg="new del">
        <pc:chgData name="Netta Soreq" userId="10601b8f-766f-4df1-857a-f492c9175214" providerId="ADAL" clId="{351EFFEC-AE10-41D1-AE09-F7DE0A335829}" dt="2024-03-03T09:06:51.314" v="189" actId="47"/>
        <pc:sldMkLst>
          <pc:docMk/>
          <pc:sldMk cId="3868936158" sldId="278"/>
        </pc:sldMkLst>
      </pc:sldChg>
      <pc:sldChg chg="addSp modSp new mod">
        <pc:chgData name="Netta Soreq" userId="10601b8f-766f-4df1-857a-f492c9175214" providerId="ADAL" clId="{351EFFEC-AE10-41D1-AE09-F7DE0A335829}" dt="2024-03-25T10:04:54.201" v="5742" actId="732"/>
        <pc:sldMkLst>
          <pc:docMk/>
          <pc:sldMk cId="254702719" sldId="279"/>
        </pc:sldMkLst>
      </pc:sldChg>
      <pc:sldChg chg="modSp add del mod">
        <pc:chgData name="Netta Soreq" userId="10601b8f-766f-4df1-857a-f492c9175214" providerId="ADAL" clId="{351EFFEC-AE10-41D1-AE09-F7DE0A335829}" dt="2024-03-03T09:07:24.178" v="259" actId="47"/>
        <pc:sldMkLst>
          <pc:docMk/>
          <pc:sldMk cId="857668200" sldId="280"/>
        </pc:sldMkLst>
      </pc:sldChg>
      <pc:sldChg chg="modSp new del mod">
        <pc:chgData name="Netta Soreq" userId="10601b8f-766f-4df1-857a-f492c9175214" providerId="ADAL" clId="{351EFFEC-AE10-41D1-AE09-F7DE0A335829}" dt="2024-03-25T09:59:35.240" v="5699" actId="47"/>
        <pc:sldMkLst>
          <pc:docMk/>
          <pc:sldMk cId="3411130296" sldId="280"/>
        </pc:sldMkLst>
      </pc:sldChg>
      <pc:sldChg chg="modSp add del mod">
        <pc:chgData name="Netta Soreq" userId="10601b8f-766f-4df1-857a-f492c9175214" providerId="ADAL" clId="{351EFFEC-AE10-41D1-AE09-F7DE0A335829}" dt="2024-03-25T09:59:35.240" v="5699" actId="47"/>
        <pc:sldMkLst>
          <pc:docMk/>
          <pc:sldMk cId="3018373096" sldId="281"/>
        </pc:sldMkLst>
      </pc:sldChg>
      <pc:sldChg chg="addSp delSp modSp add mod">
        <pc:chgData name="Netta Soreq" userId="10601b8f-766f-4df1-857a-f492c9175214" providerId="ADAL" clId="{351EFFEC-AE10-41D1-AE09-F7DE0A335829}" dt="2024-03-03T12:28:41.324" v="2699"/>
        <pc:sldMkLst>
          <pc:docMk/>
          <pc:sldMk cId="2752197562" sldId="282"/>
        </pc:sldMkLst>
      </pc:sldChg>
      <pc:sldChg chg="addSp delSp modSp add mod ord">
        <pc:chgData name="Netta Soreq" userId="10601b8f-766f-4df1-857a-f492c9175214" providerId="ADAL" clId="{351EFFEC-AE10-41D1-AE09-F7DE0A335829}" dt="2024-03-25T07:21:08.788" v="5609" actId="478"/>
        <pc:sldMkLst>
          <pc:docMk/>
          <pc:sldMk cId="1868749243" sldId="283"/>
        </pc:sldMkLst>
      </pc:sldChg>
      <pc:sldChg chg="modSp add mod ord">
        <pc:chgData name="Netta Soreq" userId="10601b8f-766f-4df1-857a-f492c9175214" providerId="ADAL" clId="{351EFFEC-AE10-41D1-AE09-F7DE0A335829}" dt="2024-03-03T11:59:28.672" v="2245" actId="13926"/>
        <pc:sldMkLst>
          <pc:docMk/>
          <pc:sldMk cId="694620433" sldId="284"/>
        </pc:sldMkLst>
      </pc:sldChg>
      <pc:sldChg chg="modSp add mod ord">
        <pc:chgData name="Netta Soreq" userId="10601b8f-766f-4df1-857a-f492c9175214" providerId="ADAL" clId="{351EFFEC-AE10-41D1-AE09-F7DE0A335829}" dt="2024-03-03T13:00:41.335" v="4231" actId="20578"/>
        <pc:sldMkLst>
          <pc:docMk/>
          <pc:sldMk cId="628015701" sldId="285"/>
        </pc:sldMkLst>
      </pc:sldChg>
      <pc:sldChg chg="add del">
        <pc:chgData name="Netta Soreq" userId="10601b8f-766f-4df1-857a-f492c9175214" providerId="ADAL" clId="{351EFFEC-AE10-41D1-AE09-F7DE0A335829}" dt="2024-03-03T11:56:51.179" v="2066" actId="47"/>
        <pc:sldMkLst>
          <pc:docMk/>
          <pc:sldMk cId="917516083" sldId="286"/>
        </pc:sldMkLst>
      </pc:sldChg>
      <pc:sldChg chg="add del ord">
        <pc:chgData name="Netta Soreq" userId="10601b8f-766f-4df1-857a-f492c9175214" providerId="ADAL" clId="{351EFFEC-AE10-41D1-AE09-F7DE0A335829}" dt="2024-03-03T11:56:43.467" v="2064" actId="47"/>
        <pc:sldMkLst>
          <pc:docMk/>
          <pc:sldMk cId="1321675680" sldId="286"/>
        </pc:sldMkLst>
      </pc:sldChg>
      <pc:sldChg chg="addSp delSp modSp add mod">
        <pc:chgData name="Netta Soreq" userId="10601b8f-766f-4df1-857a-f492c9175214" providerId="ADAL" clId="{351EFFEC-AE10-41D1-AE09-F7DE0A335829}" dt="2024-03-03T12:28:41.324" v="2699"/>
        <pc:sldMkLst>
          <pc:docMk/>
          <pc:sldMk cId="1686159483" sldId="286"/>
        </pc:sldMkLst>
      </pc:sldChg>
      <pc:sldChg chg="add del">
        <pc:chgData name="Netta Soreq" userId="10601b8f-766f-4df1-857a-f492c9175214" providerId="ADAL" clId="{351EFFEC-AE10-41D1-AE09-F7DE0A335829}" dt="2024-03-03T11:56:54.053" v="2068" actId="47"/>
        <pc:sldMkLst>
          <pc:docMk/>
          <pc:sldMk cId="3529517137" sldId="286"/>
        </pc:sldMkLst>
      </pc:sldChg>
      <pc:sldChg chg="delSp modSp add mod">
        <pc:chgData name="Netta Soreq" userId="10601b8f-766f-4df1-857a-f492c9175214" providerId="ADAL" clId="{351EFFEC-AE10-41D1-AE09-F7DE0A335829}" dt="2024-03-03T13:08:01.085" v="4610" actId="20577"/>
        <pc:sldMkLst>
          <pc:docMk/>
          <pc:sldMk cId="305868538" sldId="287"/>
        </pc:sldMkLst>
      </pc:sldChg>
      <pc:sldChg chg="addSp delSp modSp new mod">
        <pc:chgData name="Netta Soreq" userId="10601b8f-766f-4df1-857a-f492c9175214" providerId="ADAL" clId="{351EFFEC-AE10-41D1-AE09-F7DE0A335829}" dt="2024-03-25T07:21:16.601" v="5613" actId="478"/>
        <pc:sldMkLst>
          <pc:docMk/>
          <pc:sldMk cId="420964874" sldId="288"/>
        </pc:sldMkLst>
      </pc:sldChg>
      <pc:sldChg chg="add del">
        <pc:chgData name="Netta Soreq" userId="10601b8f-766f-4df1-857a-f492c9175214" providerId="ADAL" clId="{351EFFEC-AE10-41D1-AE09-F7DE0A335829}" dt="2024-03-03T12:28:52.365" v="2701" actId="47"/>
        <pc:sldMkLst>
          <pc:docMk/>
          <pc:sldMk cId="3786199206" sldId="288"/>
        </pc:sldMkLst>
      </pc:sldChg>
      <pc:sldChg chg="modSp add del mod ord">
        <pc:chgData name="Netta Soreq" userId="10601b8f-766f-4df1-857a-f492c9175214" providerId="ADAL" clId="{351EFFEC-AE10-41D1-AE09-F7DE0A335829}" dt="2024-03-03T12:30:51.735" v="2842" actId="47"/>
        <pc:sldMkLst>
          <pc:docMk/>
          <pc:sldMk cId="2530407913" sldId="289"/>
        </pc:sldMkLst>
      </pc:sldChg>
      <pc:sldChg chg="addSp delSp modSp new mod">
        <pc:chgData name="Netta Soreq" userId="10601b8f-766f-4df1-857a-f492c9175214" providerId="ADAL" clId="{351EFFEC-AE10-41D1-AE09-F7DE0A335829}" dt="2024-03-03T12:38:30.582" v="3240" actId="1076"/>
        <pc:sldMkLst>
          <pc:docMk/>
          <pc:sldMk cId="3016818437" sldId="289"/>
        </pc:sldMkLst>
      </pc:sldChg>
      <pc:sldChg chg="delSp modSp add mod ord">
        <pc:chgData name="Netta Soreq" userId="10601b8f-766f-4df1-857a-f492c9175214" providerId="ADAL" clId="{351EFFEC-AE10-41D1-AE09-F7DE0A335829}" dt="2024-03-10T05:58:05.319" v="4928"/>
        <pc:sldMkLst>
          <pc:docMk/>
          <pc:sldMk cId="1071612709" sldId="290"/>
        </pc:sldMkLst>
      </pc:sldChg>
      <pc:sldChg chg="addSp delSp modSp new mod delCm">
        <pc:chgData name="Netta Soreq" userId="10601b8f-766f-4df1-857a-f492c9175214" providerId="ADAL" clId="{351EFFEC-AE10-41D1-AE09-F7DE0A335829}" dt="2024-03-10T06:31:45.508" v="5509" actId="1035"/>
        <pc:sldMkLst>
          <pc:docMk/>
          <pc:sldMk cId="2858573422" sldId="291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Netta Soreq" userId="10601b8f-766f-4df1-857a-f492c9175214" providerId="ADAL" clId="{351EFFEC-AE10-41D1-AE09-F7DE0A335829}" dt="2024-03-10T06:03:50.094" v="4929"/>
              <pc2:cmMkLst xmlns:pc2="http://schemas.microsoft.com/office/powerpoint/2019/9/main/command">
                <pc:docMk/>
                <pc:sldMk cId="2858573422" sldId="291"/>
                <pc2:cmMk id="{499768AE-0D27-44B7-A63B-376FC9C42DE6}"/>
              </pc2:cmMkLst>
            </pc226:cmChg>
          </p:ext>
        </pc:extLst>
      </pc:sldChg>
      <pc:sldChg chg="modSp add mod ord">
        <pc:chgData name="Netta Soreq" userId="10601b8f-766f-4df1-857a-f492c9175214" providerId="ADAL" clId="{351EFFEC-AE10-41D1-AE09-F7DE0A335829}" dt="2024-03-03T12:58:43.423" v="4127" actId="20577"/>
        <pc:sldMkLst>
          <pc:docMk/>
          <pc:sldMk cId="1554746487" sldId="292"/>
        </pc:sldMkLst>
      </pc:sldChg>
      <pc:sldChg chg="addSp modSp add mod">
        <pc:chgData name="Netta Soreq" userId="10601b8f-766f-4df1-857a-f492c9175214" providerId="ADAL" clId="{351EFFEC-AE10-41D1-AE09-F7DE0A335829}" dt="2024-03-03T13:01:52.637" v="4298"/>
        <pc:sldMkLst>
          <pc:docMk/>
          <pc:sldMk cId="3426242428" sldId="293"/>
        </pc:sldMkLst>
      </pc:sldChg>
      <pc:sldChg chg="addSp delSp modSp add mod">
        <pc:chgData name="Netta Soreq" userId="10601b8f-766f-4df1-857a-f492c9175214" providerId="ADAL" clId="{351EFFEC-AE10-41D1-AE09-F7DE0A335829}" dt="2024-03-03T13:04:43.835" v="4442" actId="12789"/>
        <pc:sldMkLst>
          <pc:docMk/>
          <pc:sldMk cId="3628683118" sldId="294"/>
        </pc:sldMkLst>
      </pc:sldChg>
      <pc:sldChg chg="addSp delSp modSp add mod">
        <pc:chgData name="Netta Soreq" userId="10601b8f-766f-4df1-857a-f492c9175214" providerId="ADAL" clId="{351EFFEC-AE10-41D1-AE09-F7DE0A335829}" dt="2024-03-03T13:11:30.627" v="4643" actId="12789"/>
        <pc:sldMkLst>
          <pc:docMk/>
          <pc:sldMk cId="2221993689" sldId="295"/>
        </pc:sldMkLst>
      </pc:sldChg>
      <pc:sldChg chg="addSp delSp modSp add mod">
        <pc:chgData name="Netta Soreq" userId="10601b8f-766f-4df1-857a-f492c9175214" providerId="ADAL" clId="{351EFFEC-AE10-41D1-AE09-F7DE0A335829}" dt="2024-03-03T13:11:33.102" v="4644" actId="12789"/>
        <pc:sldMkLst>
          <pc:docMk/>
          <pc:sldMk cId="198327994" sldId="296"/>
        </pc:sldMkLst>
      </pc:sldChg>
      <pc:sldChg chg="modSp add mod">
        <pc:chgData name="Netta Soreq" userId="10601b8f-766f-4df1-857a-f492c9175214" providerId="ADAL" clId="{351EFFEC-AE10-41D1-AE09-F7DE0A335829}" dt="2024-03-25T10:09:06.188" v="5744" actId="14100"/>
        <pc:sldMkLst>
          <pc:docMk/>
          <pc:sldMk cId="2212832047" sldId="435"/>
        </pc:sldMkLst>
      </pc:sldChg>
      <pc:sldChg chg="addSp delSp modSp add mod">
        <pc:chgData name="Netta Soreq" userId="10601b8f-766f-4df1-857a-f492c9175214" providerId="ADAL" clId="{351EFFEC-AE10-41D1-AE09-F7DE0A335829}" dt="2024-03-10T06:26:53.865" v="5250" actId="20577"/>
        <pc:sldMkLst>
          <pc:docMk/>
          <pc:sldMk cId="2403718268" sldId="436"/>
        </pc:sldMkLst>
      </pc:sldChg>
      <pc:sldChg chg="addSp delSp modSp add mod">
        <pc:chgData name="Netta Soreq" userId="10601b8f-766f-4df1-857a-f492c9175214" providerId="ADAL" clId="{351EFFEC-AE10-41D1-AE09-F7DE0A335829}" dt="2024-03-10T06:31:28.585" v="5480" actId="12788"/>
        <pc:sldMkLst>
          <pc:docMk/>
          <pc:sldMk cId="1607930059" sldId="437"/>
        </pc:sldMkLst>
      </pc:sldChg>
      <pc:sldChg chg="addSp delSp modSp add mod">
        <pc:chgData name="Netta Soreq" userId="10601b8f-766f-4df1-857a-f492c9175214" providerId="ADAL" clId="{351EFFEC-AE10-41D1-AE09-F7DE0A335829}" dt="2024-03-10T06:34:21.575" v="5600" actId="12788"/>
        <pc:sldMkLst>
          <pc:docMk/>
          <pc:sldMk cId="1263658798" sldId="438"/>
        </pc:sldMkLst>
      </pc:sldChg>
      <pc:sldMasterChg chg="modSldLayout">
        <pc:chgData name="Netta Soreq" userId="10601b8f-766f-4df1-857a-f492c9175214" providerId="ADAL" clId="{351EFFEC-AE10-41D1-AE09-F7DE0A335829}" dt="2024-03-03T08:19:19.417" v="66" actId="478"/>
        <pc:sldMasterMkLst>
          <pc:docMk/>
          <pc:sldMasterMk cId="200001367" sldId="2147483648"/>
        </pc:sldMasterMkLst>
        <pc:sldLayoutChg chg="modSp mod">
          <pc:chgData name="Netta Soreq" userId="10601b8f-766f-4df1-857a-f492c9175214" providerId="ADAL" clId="{351EFFEC-AE10-41D1-AE09-F7DE0A335829}" dt="2024-03-03T08:18:23.474" v="50" actId="1038"/>
          <pc:sldLayoutMkLst>
            <pc:docMk/>
            <pc:sldMasterMk cId="200001367" sldId="2147483648"/>
            <pc:sldLayoutMk cId="3383666486" sldId="2147483649"/>
          </pc:sldLayoutMkLst>
        </pc:sldLayoutChg>
        <pc:sldLayoutChg chg="addSp delSp modSp mod">
          <pc:chgData name="Netta Soreq" userId="10601b8f-766f-4df1-857a-f492c9175214" providerId="ADAL" clId="{351EFFEC-AE10-41D1-AE09-F7DE0A335829}" dt="2024-03-03T08:18:13.434" v="44" actId="478"/>
          <pc:sldLayoutMkLst>
            <pc:docMk/>
            <pc:sldMasterMk cId="200001367" sldId="2147483648"/>
            <pc:sldLayoutMk cId="2309108827" sldId="2147483660"/>
          </pc:sldLayoutMkLst>
        </pc:sldLayoutChg>
        <pc:sldLayoutChg chg="addSp delSp modSp mod">
          <pc:chgData name="Netta Soreq" userId="10601b8f-766f-4df1-857a-f492c9175214" providerId="ADAL" clId="{351EFFEC-AE10-41D1-AE09-F7DE0A335829}" dt="2024-03-03T08:18:44.802" v="58" actId="478"/>
          <pc:sldLayoutMkLst>
            <pc:docMk/>
            <pc:sldMasterMk cId="200001367" sldId="2147483648"/>
            <pc:sldLayoutMk cId="209530151" sldId="2147483661"/>
          </pc:sldLayoutMkLst>
        </pc:sldLayoutChg>
        <pc:sldLayoutChg chg="addSp delSp modSp mod">
          <pc:chgData name="Netta Soreq" userId="10601b8f-766f-4df1-857a-f492c9175214" providerId="ADAL" clId="{351EFFEC-AE10-41D1-AE09-F7DE0A335829}" dt="2024-03-03T08:18:57.961" v="62" actId="478"/>
          <pc:sldLayoutMkLst>
            <pc:docMk/>
            <pc:sldMasterMk cId="200001367" sldId="2147483648"/>
            <pc:sldLayoutMk cId="1635087350" sldId="2147483662"/>
          </pc:sldLayoutMkLst>
        </pc:sldLayoutChg>
        <pc:sldLayoutChg chg="addSp delSp modSp mod">
          <pc:chgData name="Netta Soreq" userId="10601b8f-766f-4df1-857a-f492c9175214" providerId="ADAL" clId="{351EFFEC-AE10-41D1-AE09-F7DE0A335829}" dt="2024-03-03T08:19:19.417" v="66" actId="478"/>
          <pc:sldLayoutMkLst>
            <pc:docMk/>
            <pc:sldMasterMk cId="200001367" sldId="2147483648"/>
            <pc:sldLayoutMk cId="4251539109" sldId="2147483665"/>
          </pc:sldLayoutMkLst>
        </pc:sldLayoutChg>
        <pc:sldLayoutChg chg="addSp delSp modSp mod">
          <pc:chgData name="Netta Soreq" userId="10601b8f-766f-4df1-857a-f492c9175214" providerId="ADAL" clId="{351EFFEC-AE10-41D1-AE09-F7DE0A335829}" dt="2024-03-03T08:18:35.713" v="54" actId="478"/>
          <pc:sldLayoutMkLst>
            <pc:docMk/>
            <pc:sldMasterMk cId="200001367" sldId="2147483648"/>
            <pc:sldLayoutMk cId="2077096399" sldId="2147483668"/>
          </pc:sldLayoutMkLst>
        </pc:sldLayoutChg>
      </pc:sldMasterChg>
    </pc:docChg>
  </pc:docChgLst>
  <pc:docChgLst>
    <pc:chgData name="Netta Soreq" userId="10601b8f-766f-4df1-857a-f492c9175214" providerId="ADAL" clId="{7AB621D0-812B-42F1-B8EA-412EBA63F0C9}"/>
    <pc:docChg chg="custSel modSld">
      <pc:chgData name="Netta Soreq" userId="10601b8f-766f-4df1-857a-f492c9175214" providerId="ADAL" clId="{7AB621D0-812B-42F1-B8EA-412EBA63F0C9}" dt="2024-12-16T17:35:57.961" v="1" actId="3626"/>
      <pc:docMkLst>
        <pc:docMk/>
      </pc:docMkLst>
      <pc:sldChg chg="modSp mod">
        <pc:chgData name="Netta Soreq" userId="10601b8f-766f-4df1-857a-f492c9175214" providerId="ADAL" clId="{7AB621D0-812B-42F1-B8EA-412EBA63F0C9}" dt="2024-12-16T17:35:57.961" v="1" actId="3626"/>
        <pc:sldMkLst>
          <pc:docMk/>
          <pc:sldMk cId="2121608050" sldId="2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3B16CA85-6BCA-6C19-5C4E-F7684F468E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D691C82-E131-3BF8-1134-82385083CE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FF840C1-D451-48FB-BF3D-AD192DDD50E3}" type="datetimeFigureOut">
              <a:rPr lang="he-IL" smtClean="0"/>
              <a:t>כ"ג/אדר/תשפ"ה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1B00C18-7214-3FBE-8D32-8808B90549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835BFE1-4C2D-77EC-714E-32A01BC196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03DD34C-DEAF-4FDA-9398-DB8D6C2B480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6908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E189D-A360-4568-851B-9D1CC23CCB4D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83E-248C-4653-8169-D138C66F8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2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1">
            <a:extLst>
              <a:ext uri="{FF2B5EF4-FFF2-40B4-BE49-F238E27FC236}">
                <a16:creationId xmlns:a16="http://schemas.microsoft.com/office/drawing/2014/main" id="{84095320-20E7-DD5F-B00D-9B0E3B410D6A}"/>
              </a:ext>
            </a:extLst>
          </p:cNvPr>
          <p:cNvSpPr/>
          <p:nvPr userDrawn="1"/>
        </p:nvSpPr>
        <p:spPr>
          <a:xfrm>
            <a:off x="7340526" y="-1"/>
            <a:ext cx="4851414" cy="6858001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950974E-1D52-EE3F-B790-304F2A3238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126" y="1570982"/>
            <a:ext cx="4925505" cy="2873200"/>
          </a:xfrm>
        </p:spPr>
        <p:txBody>
          <a:bodyPr>
            <a:normAutofit/>
          </a:bodyPr>
          <a:lstStyle>
            <a:lvl1pPr algn="r">
              <a:defRPr sz="5400" b="1">
                <a:solidFill>
                  <a:srgbClr val="383838"/>
                </a:solidFill>
              </a:defRPr>
            </a:lvl1pPr>
          </a:lstStyle>
          <a:p>
            <a:r>
              <a:rPr lang="he-IL" dirty="0"/>
              <a:t>שיעור #</a:t>
            </a:r>
            <a:br>
              <a:rPr lang="he-IL" dirty="0"/>
            </a:br>
            <a:r>
              <a:rPr lang="he-IL" dirty="0"/>
              <a:t>שם השיעור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C7BAF-99AC-B527-5A53-00C09071D158}"/>
              </a:ext>
            </a:extLst>
          </p:cNvPr>
          <p:cNvSpPr txBox="1"/>
          <p:nvPr userDrawn="1"/>
        </p:nvSpPr>
        <p:spPr>
          <a:xfrm>
            <a:off x="7847045" y="1826238"/>
            <a:ext cx="38331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sz="5400" b="0" dirty="0">
                <a:solidFill>
                  <a:schemeClr val="bg1"/>
                </a:solidFill>
                <a:cs typeface="+mj-cs"/>
              </a:rPr>
              <a:t>תכנות אינטראקציה ואנימציה</a:t>
            </a:r>
            <a:endParaRPr lang="en-US" sz="5400" b="0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4CFA6-6F63-961C-8012-8DF2A096CB3C}"/>
              </a:ext>
            </a:extLst>
          </p:cNvPr>
          <p:cNvSpPr txBox="1"/>
          <p:nvPr userDrawn="1"/>
        </p:nvSpPr>
        <p:spPr>
          <a:xfrm>
            <a:off x="7765450" y="6496215"/>
            <a:ext cx="4277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400" dirty="0">
                <a:solidFill>
                  <a:schemeClr val="bg2"/>
                </a:solidFill>
                <a:latin typeface="Assistant ExtraLight" pitchFamily="2" charset="-79"/>
                <a:cs typeface="Assistant ExtraLight" pitchFamily="2" charset="-79"/>
              </a:rPr>
              <a:t>נוהר פוגל רז | אבינועם עמית יוסף | אלומה אפל | נטע שורק</a:t>
            </a:r>
            <a:endParaRPr lang="en-US" sz="1400" dirty="0">
              <a:solidFill>
                <a:schemeClr val="bg2"/>
              </a:solidFill>
              <a:latin typeface="Assistant ExtraLight" pitchFamily="2" charset="-79"/>
              <a:cs typeface="Assistant ExtraLight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BDB2D4-C5EE-EB05-04B6-086351907D2A}"/>
              </a:ext>
            </a:extLst>
          </p:cNvPr>
          <p:cNvSpPr/>
          <p:nvPr userDrawn="1"/>
        </p:nvSpPr>
        <p:spPr>
          <a:xfrm>
            <a:off x="7340526" y="-1"/>
            <a:ext cx="164265" cy="6858001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66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6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1">
            <a:extLst>
              <a:ext uri="{FF2B5EF4-FFF2-40B4-BE49-F238E27FC236}">
                <a16:creationId xmlns:a16="http://schemas.microsoft.com/office/drawing/2014/main" id="{37438AB6-1821-29F8-050F-457906D66AE4}"/>
              </a:ext>
            </a:extLst>
          </p:cNvPr>
          <p:cNvSpPr/>
          <p:nvPr userDrawn="1"/>
        </p:nvSpPr>
        <p:spPr>
          <a:xfrm>
            <a:off x="0" y="0"/>
            <a:ext cx="12191940" cy="1424518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39EE2-A465-C7A2-2281-C80CE91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"/>
            <a:ext cx="10515600" cy="1325563"/>
          </a:xfrm>
        </p:spPr>
        <p:txBody>
          <a:bodyPr/>
          <a:lstStyle>
            <a:lvl1pPr algn="r" rtl="1">
              <a:defRPr>
                <a:solidFill>
                  <a:schemeClr val="bg1"/>
                </a:solidFill>
              </a:defRPr>
            </a:lvl1pPr>
          </a:lstStyle>
          <a:p>
            <a:r>
              <a:rPr lang="he-IL" dirty="0"/>
              <a:t>הסבר קצר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783A7-6A99-5B8F-CBB4-A4E315A6A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871"/>
            <a:ext cx="10515600" cy="45230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22B735-3306-7AEF-8EB1-19C5D312F8ED}"/>
              </a:ext>
            </a:extLst>
          </p:cNvPr>
          <p:cNvSpPr/>
          <p:nvPr userDrawn="1"/>
        </p:nvSpPr>
        <p:spPr>
          <a:xfrm rot="16200000">
            <a:off x="6013869" y="-4623218"/>
            <a:ext cx="164264" cy="12192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94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ציין מיקום טקסט 10">
            <a:extLst>
              <a:ext uri="{FF2B5EF4-FFF2-40B4-BE49-F238E27FC236}">
                <a16:creationId xmlns:a16="http://schemas.microsoft.com/office/drawing/2014/main" id="{89A93A52-322C-221C-6B78-F662E7F144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894" y="205581"/>
            <a:ext cx="5533014" cy="6446837"/>
          </a:xfrm>
        </p:spPr>
        <p:txBody>
          <a:bodyPr>
            <a:normAutofit/>
          </a:bodyPr>
          <a:lstStyle>
            <a:lvl1pPr marL="228600" indent="-228600" algn="r" rtl="1">
              <a:buFont typeface="Assistant" pitchFamily="2" charset="-79"/>
              <a:buChar char="‹"/>
              <a:defRPr sz="2000"/>
            </a:lvl1pPr>
            <a:lvl2pPr marL="685800" indent="-228600" algn="r" rtl="1">
              <a:buFont typeface="Assistant" pitchFamily="2" charset="-79"/>
              <a:buChar char="‹"/>
              <a:defRPr sz="1800"/>
            </a:lvl2pPr>
            <a:lvl3pPr marL="1143000" indent="-228600" algn="r" rtl="1">
              <a:buFont typeface="Assistant" pitchFamily="2" charset="-79"/>
              <a:buChar char="‹"/>
              <a:defRPr sz="1600"/>
            </a:lvl3pPr>
            <a:lvl4pPr marL="1600200" indent="-228600" algn="r" rtl="1">
              <a:buFont typeface="Assistant" pitchFamily="2" charset="-79"/>
              <a:buChar char="‹"/>
              <a:defRPr sz="1400"/>
            </a:lvl4pPr>
            <a:lvl5pPr marL="2057400" indent="-228600" algn="r" rtl="1">
              <a:buFont typeface="Assistant" pitchFamily="2" charset="-79"/>
              <a:buChar char="‹"/>
              <a:defRPr sz="1400"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35775B6-0D71-09BD-B9D6-6E3C219B8021}"/>
              </a:ext>
            </a:extLst>
          </p:cNvPr>
          <p:cNvSpPr/>
          <p:nvPr userDrawn="1"/>
        </p:nvSpPr>
        <p:spPr>
          <a:xfrm>
            <a:off x="7408506" y="-1"/>
            <a:ext cx="4783434" cy="6858001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מציין מיקום טקסט 10">
            <a:extLst>
              <a:ext uri="{FF2B5EF4-FFF2-40B4-BE49-F238E27FC236}">
                <a16:creationId xmlns:a16="http://schemas.microsoft.com/office/drawing/2014/main" id="{07D848BD-CF4C-0841-1F76-EE679F7111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87159" y="684780"/>
            <a:ext cx="4019066" cy="738504"/>
          </a:xfrm>
        </p:spPr>
        <p:txBody>
          <a:bodyPr/>
          <a:lstStyle>
            <a:lvl1pPr marL="0" indent="0" algn="r" rtl="1">
              <a:lnSpc>
                <a:spcPct val="114000"/>
              </a:lnSpc>
              <a:buNone/>
              <a:defRPr sz="4000" b="1">
                <a:solidFill>
                  <a:schemeClr val="bg1"/>
                </a:solidFill>
              </a:defRPr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 dirty="0"/>
              <a:t>נושא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7089B86-D2B4-E438-93A6-60477BB56E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86675" y="1550988"/>
            <a:ext cx="4019550" cy="2527300"/>
          </a:xfrm>
        </p:spPr>
        <p:txBody>
          <a:bodyPr>
            <a:normAutofit/>
          </a:bodyPr>
          <a:lstStyle>
            <a:lvl1pPr marL="228600" indent="-228600" algn="r" rtl="1">
              <a:buFont typeface="Assistant" pitchFamily="2" charset="-79"/>
              <a:buChar char="‹"/>
              <a:defRPr sz="2000">
                <a:solidFill>
                  <a:schemeClr val="bg1"/>
                </a:solidFill>
              </a:defRPr>
            </a:lvl1pPr>
            <a:lvl2pPr marL="685800" indent="-228600" algn="r" rtl="1">
              <a:buFont typeface="Assistant" pitchFamily="2" charset="-79"/>
              <a:buChar char="‹"/>
              <a:defRPr sz="1800">
                <a:solidFill>
                  <a:schemeClr val="bg1"/>
                </a:solidFill>
              </a:defRPr>
            </a:lvl2pPr>
            <a:lvl3pPr marL="1143000" indent="-228600" algn="r" rtl="1">
              <a:buFont typeface="Assistant" pitchFamily="2" charset="-79"/>
              <a:buChar char="‹"/>
              <a:defRPr sz="1600">
                <a:solidFill>
                  <a:schemeClr val="bg1"/>
                </a:solidFill>
              </a:defRPr>
            </a:lvl3pPr>
            <a:lvl4pPr marL="1600200" indent="-228600" algn="r" rtl="1">
              <a:buFont typeface="Assistant" pitchFamily="2" charset="-79"/>
              <a:buChar char="‹"/>
              <a:defRPr sz="1400">
                <a:solidFill>
                  <a:schemeClr val="bg1"/>
                </a:solidFill>
              </a:defRPr>
            </a:lvl4pPr>
            <a:lvl5pPr marL="2057400" indent="-228600" algn="r" rtl="1">
              <a:buFont typeface="Assistant" pitchFamily="2" charset="-79"/>
              <a:buChar char="‹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64A6F23-A7C4-B768-21BF-ED8A45200FE5}"/>
              </a:ext>
            </a:extLst>
          </p:cNvPr>
          <p:cNvSpPr/>
          <p:nvPr userDrawn="1"/>
        </p:nvSpPr>
        <p:spPr>
          <a:xfrm>
            <a:off x="7340526" y="-1"/>
            <a:ext cx="164265" cy="6858001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08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D574ACCC-1566-7EA5-86C7-25807C12573A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9C4718-C50A-5871-6B9D-4E027866E7A0}"/>
              </a:ext>
            </a:extLst>
          </p:cNvPr>
          <p:cNvSpPr/>
          <p:nvPr userDrawn="1"/>
        </p:nvSpPr>
        <p:spPr>
          <a:xfrm>
            <a:off x="1192192" y="474562"/>
            <a:ext cx="9807616" cy="586836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EF2361E-CDEE-0678-5BCB-81A6C0391371}"/>
              </a:ext>
            </a:extLst>
          </p:cNvPr>
          <p:cNvSpPr/>
          <p:nvPr userDrawn="1"/>
        </p:nvSpPr>
        <p:spPr>
          <a:xfrm flipV="1">
            <a:off x="4475747" y="1482204"/>
            <a:ext cx="3224464" cy="55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מציין מיקום טקסט 5">
            <a:extLst>
              <a:ext uri="{FF2B5EF4-FFF2-40B4-BE49-F238E27FC236}">
                <a16:creationId xmlns:a16="http://schemas.microsoft.com/office/drawing/2014/main" id="{1D308B3F-1E9C-A43A-A869-ABFBC9CEBA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21934" y="2534018"/>
            <a:ext cx="5489192" cy="3040614"/>
          </a:xfrm>
        </p:spPr>
        <p:txBody>
          <a:bodyPr>
            <a:noAutofit/>
          </a:bodyPr>
          <a:lstStyle>
            <a:lvl1pPr marL="228600" indent="-228600" algn="r" rtl="1">
              <a:buFont typeface="Rubik" pitchFamily="2" charset="-79"/>
              <a:buChar char="‹"/>
              <a:defRPr sz="1800"/>
            </a:lvl1pPr>
            <a:lvl2pPr marL="685800" indent="-228600" algn="r" rtl="1">
              <a:buFont typeface="Rubik" pitchFamily="2" charset="-79"/>
              <a:buChar char="‹"/>
              <a:defRPr sz="1800"/>
            </a:lvl2pPr>
            <a:lvl3pPr marL="1143000" indent="-228600" algn="r" rtl="1">
              <a:buFont typeface="Rubik" pitchFamily="2" charset="-79"/>
              <a:buChar char="‹"/>
              <a:defRPr sz="1800"/>
            </a:lvl3pPr>
            <a:lvl4pPr marL="1600200" indent="-228600" algn="r" rtl="1">
              <a:buFont typeface="Rubik" pitchFamily="2" charset="-79"/>
              <a:buChar char="‹"/>
              <a:defRPr sz="1800"/>
            </a:lvl4pPr>
            <a:lvl5pPr marL="2057400" indent="-228600" algn="r" rtl="1">
              <a:buFont typeface="Rubik" pitchFamily="2" charset="-79"/>
              <a:buChar char="‹"/>
              <a:defRPr sz="1800"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9" name="כותרת 8">
            <a:extLst>
              <a:ext uri="{FF2B5EF4-FFF2-40B4-BE49-F238E27FC236}">
                <a16:creationId xmlns:a16="http://schemas.microsoft.com/office/drawing/2014/main" id="{1DF5C479-D8CC-F3FE-8948-BB8227638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6579" y="719112"/>
            <a:ext cx="3378842" cy="751517"/>
          </a:xfrm>
        </p:spPr>
        <p:txBody>
          <a:bodyPr>
            <a:noAutofit/>
          </a:bodyPr>
          <a:lstStyle>
            <a:lvl1pPr algn="ctr" rtl="1">
              <a:defRPr sz="5400" b="1"/>
            </a:lvl1pPr>
          </a:lstStyle>
          <a:p>
            <a:r>
              <a:rPr lang="he-IL" dirty="0"/>
              <a:t>מושג</a:t>
            </a:r>
          </a:p>
        </p:txBody>
      </p:sp>
    </p:spTree>
    <p:extLst>
      <p:ext uri="{BB962C8B-B14F-4D97-AF65-F5344CB8AC3E}">
        <p14:creationId xmlns:p14="http://schemas.microsoft.com/office/powerpoint/2010/main" val="833657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הסבר בתוכ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ציין מיקום טקסט 10">
            <a:extLst>
              <a:ext uri="{FF2B5EF4-FFF2-40B4-BE49-F238E27FC236}">
                <a16:creationId xmlns:a16="http://schemas.microsoft.com/office/drawing/2014/main" id="{89A93A52-322C-221C-6B78-F662E7F144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0129" y="1651819"/>
            <a:ext cx="4216096" cy="5000598"/>
          </a:xfrm>
        </p:spPr>
        <p:txBody>
          <a:bodyPr>
            <a:normAutofit/>
          </a:bodyPr>
          <a:lstStyle>
            <a:lvl1pPr marL="342900" indent="-342900" algn="r" rtl="1">
              <a:lnSpc>
                <a:spcPct val="114000"/>
              </a:lnSpc>
              <a:buFont typeface="Rubik" pitchFamily="2" charset="-79"/>
              <a:buChar char="‹"/>
              <a:defRPr sz="2000" b="0"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0"/>
            <a:endParaRPr lang="he-IL"/>
          </a:p>
        </p:txBody>
      </p:sp>
      <p:sp>
        <p:nvSpPr>
          <p:cNvPr id="2" name="מלבן 2">
            <a:extLst>
              <a:ext uri="{FF2B5EF4-FFF2-40B4-BE49-F238E27FC236}">
                <a16:creationId xmlns:a16="http://schemas.microsoft.com/office/drawing/2014/main" id="{EEF2AC8F-EF2D-317E-4A32-D72F60F47F74}"/>
              </a:ext>
            </a:extLst>
          </p:cNvPr>
          <p:cNvSpPr/>
          <p:nvPr userDrawn="1"/>
        </p:nvSpPr>
        <p:spPr>
          <a:xfrm>
            <a:off x="-1" y="0"/>
            <a:ext cx="7340526" cy="6858000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345F53FB-DF39-14C8-43F0-238CBC5458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0128" y="365125"/>
            <a:ext cx="4216096" cy="1325563"/>
          </a:xfrm>
        </p:spPr>
        <p:txBody>
          <a:bodyPr/>
          <a:lstStyle>
            <a:lvl1pPr algn="r">
              <a:defRPr b="1"/>
            </a:lvl1pPr>
          </a:lstStyle>
          <a:p>
            <a:r>
              <a:rPr lang="he-IL" dirty="0"/>
              <a:t>כותרת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4F4B9BA-199B-9D30-C096-E3306123D263}"/>
              </a:ext>
            </a:extLst>
          </p:cNvPr>
          <p:cNvSpPr/>
          <p:nvPr userDrawn="1"/>
        </p:nvSpPr>
        <p:spPr>
          <a:xfrm>
            <a:off x="7340526" y="-1"/>
            <a:ext cx="164265" cy="6858001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96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ציין מיקום טקסט 10">
            <a:extLst>
              <a:ext uri="{FF2B5EF4-FFF2-40B4-BE49-F238E27FC236}">
                <a16:creationId xmlns:a16="http://schemas.microsoft.com/office/drawing/2014/main" id="{89A93A52-322C-221C-6B78-F662E7F144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367" y="205580"/>
            <a:ext cx="5953310" cy="6446837"/>
          </a:xfrm>
        </p:spPr>
        <p:txBody>
          <a:bodyPr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A239841-F8B3-C767-EE09-E39FEA5D4730}"/>
              </a:ext>
            </a:extLst>
          </p:cNvPr>
          <p:cNvSpPr/>
          <p:nvPr userDrawn="1"/>
        </p:nvSpPr>
        <p:spPr>
          <a:xfrm>
            <a:off x="7340524" y="-1"/>
            <a:ext cx="4851415" cy="6858001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מציין מיקום טקסט 10">
            <a:extLst>
              <a:ext uri="{FF2B5EF4-FFF2-40B4-BE49-F238E27FC236}">
                <a16:creationId xmlns:a16="http://schemas.microsoft.com/office/drawing/2014/main" id="{DDBCF339-63EB-EDD9-7219-055C8FB188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87159" y="684780"/>
            <a:ext cx="4019066" cy="738504"/>
          </a:xfrm>
        </p:spPr>
        <p:txBody>
          <a:bodyPr/>
          <a:lstStyle>
            <a:lvl1pPr marL="0" indent="0" algn="r" rtl="1">
              <a:lnSpc>
                <a:spcPct val="114000"/>
              </a:lnSpc>
              <a:buNone/>
              <a:defRPr sz="4000" b="1">
                <a:solidFill>
                  <a:schemeClr val="bg1"/>
                </a:solidFill>
              </a:defRPr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 dirty="0"/>
              <a:t>נושא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EF00765-7094-3C3A-6824-3AF8196E0A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86675" y="1550988"/>
            <a:ext cx="4019550" cy="2527300"/>
          </a:xfrm>
        </p:spPr>
        <p:txBody>
          <a:bodyPr>
            <a:normAutofit/>
          </a:bodyPr>
          <a:lstStyle>
            <a:lvl1pPr marL="228600" indent="-228600" algn="r" rtl="1">
              <a:buFont typeface="Assistant" pitchFamily="2" charset="-79"/>
              <a:buChar char="‹"/>
              <a:defRPr sz="2000">
                <a:solidFill>
                  <a:schemeClr val="bg1"/>
                </a:solidFill>
              </a:defRPr>
            </a:lvl1pPr>
            <a:lvl2pPr marL="685800" indent="-228600" algn="r" rtl="1">
              <a:buFont typeface="Assistant" pitchFamily="2" charset="-79"/>
              <a:buChar char="‹"/>
              <a:defRPr sz="1800">
                <a:solidFill>
                  <a:schemeClr val="bg1"/>
                </a:solidFill>
              </a:defRPr>
            </a:lvl2pPr>
            <a:lvl3pPr marL="1143000" indent="-228600" algn="r" rtl="1">
              <a:buFont typeface="Assistant" pitchFamily="2" charset="-79"/>
              <a:buChar char="‹"/>
              <a:defRPr sz="1600">
                <a:solidFill>
                  <a:schemeClr val="bg1"/>
                </a:solidFill>
              </a:defRPr>
            </a:lvl3pPr>
            <a:lvl4pPr marL="1600200" indent="-228600" algn="r" rtl="1">
              <a:buFont typeface="Assistant" pitchFamily="2" charset="-79"/>
              <a:buChar char="‹"/>
              <a:defRPr sz="1400">
                <a:solidFill>
                  <a:schemeClr val="bg1"/>
                </a:solidFill>
              </a:defRPr>
            </a:lvl4pPr>
            <a:lvl5pPr marL="2057400" indent="-228600" algn="r" rtl="1">
              <a:buFont typeface="Assistant" pitchFamily="2" charset="-79"/>
              <a:buChar char="‹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BF156DC-8D9A-81C5-623B-540F0102C7FE}"/>
              </a:ext>
            </a:extLst>
          </p:cNvPr>
          <p:cNvSpPr/>
          <p:nvPr userDrawn="1"/>
        </p:nvSpPr>
        <p:spPr>
          <a:xfrm>
            <a:off x="7340526" y="-1"/>
            <a:ext cx="164265" cy="6858001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ציין מיקום טקסט 10">
            <a:extLst>
              <a:ext uri="{FF2B5EF4-FFF2-40B4-BE49-F238E27FC236}">
                <a16:creationId xmlns:a16="http://schemas.microsoft.com/office/drawing/2014/main" id="{89A93A52-322C-221C-6B78-F662E7F144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0129" y="684779"/>
            <a:ext cx="4216096" cy="5967638"/>
          </a:xfrm>
        </p:spPr>
        <p:txBody>
          <a:bodyPr>
            <a:normAutofit/>
          </a:bodyPr>
          <a:lstStyle>
            <a:lvl1pPr marL="0" indent="0" algn="r" rtl="1">
              <a:lnSpc>
                <a:spcPct val="114000"/>
              </a:lnSpc>
              <a:buNone/>
              <a:defRPr sz="2400" b="1"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0"/>
            <a:endParaRPr lang="he-IL" dirty="0"/>
          </a:p>
        </p:txBody>
      </p:sp>
      <p:sp>
        <p:nvSpPr>
          <p:cNvPr id="2" name="מלבן 2">
            <a:extLst>
              <a:ext uri="{FF2B5EF4-FFF2-40B4-BE49-F238E27FC236}">
                <a16:creationId xmlns:a16="http://schemas.microsoft.com/office/drawing/2014/main" id="{EEF2AC8F-EF2D-317E-4A32-D72F60F47F74}"/>
              </a:ext>
            </a:extLst>
          </p:cNvPr>
          <p:cNvSpPr/>
          <p:nvPr userDrawn="1"/>
        </p:nvSpPr>
        <p:spPr>
          <a:xfrm>
            <a:off x="-1" y="0"/>
            <a:ext cx="7340527" cy="6858000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C3154CB-1A6F-1EA0-AACB-9C6F9591546D}"/>
              </a:ext>
            </a:extLst>
          </p:cNvPr>
          <p:cNvSpPr/>
          <p:nvPr userDrawn="1"/>
        </p:nvSpPr>
        <p:spPr>
          <a:xfrm>
            <a:off x="7340526" y="-1"/>
            <a:ext cx="164265" cy="6858001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87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D574ACCC-1566-7EA5-86C7-25807C12573A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81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D574ACCC-1566-7EA5-86C7-25807C12573A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9C4718-C50A-5871-6B9D-4E027866E7A0}"/>
              </a:ext>
            </a:extLst>
          </p:cNvPr>
          <p:cNvSpPr/>
          <p:nvPr userDrawn="1"/>
        </p:nvSpPr>
        <p:spPr>
          <a:xfrm>
            <a:off x="2470484" y="1283368"/>
            <a:ext cx="7251032" cy="456397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EF2361E-CDEE-0678-5BCB-81A6C0391371}"/>
              </a:ext>
            </a:extLst>
          </p:cNvPr>
          <p:cNvSpPr/>
          <p:nvPr userDrawn="1"/>
        </p:nvSpPr>
        <p:spPr>
          <a:xfrm flipV="1">
            <a:off x="4475747" y="2253916"/>
            <a:ext cx="3224464" cy="55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מציין מיקום טקסט 5">
            <a:extLst>
              <a:ext uri="{FF2B5EF4-FFF2-40B4-BE49-F238E27FC236}">
                <a16:creationId xmlns:a16="http://schemas.microsoft.com/office/drawing/2014/main" id="{1D308B3F-1E9C-A43A-A869-ABFBC9CEBA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21934" y="2534018"/>
            <a:ext cx="5489192" cy="3040614"/>
          </a:xfrm>
        </p:spPr>
        <p:txBody>
          <a:bodyPr>
            <a:noAutofit/>
          </a:bodyPr>
          <a:lstStyle>
            <a:lvl1pPr marL="228600" indent="-228600" algn="r" rtl="1">
              <a:buFont typeface="Rubik" pitchFamily="2" charset="-79"/>
              <a:buChar char="‹"/>
              <a:defRPr sz="1800"/>
            </a:lvl1pPr>
            <a:lvl2pPr marL="685800" indent="-228600" algn="r" rtl="1">
              <a:buFont typeface="Rubik" pitchFamily="2" charset="-79"/>
              <a:buChar char="‹"/>
              <a:defRPr sz="1800"/>
            </a:lvl2pPr>
            <a:lvl3pPr marL="1143000" indent="-228600" algn="r" rtl="1">
              <a:buFont typeface="Rubik" pitchFamily="2" charset="-79"/>
              <a:buChar char="‹"/>
              <a:defRPr sz="1800"/>
            </a:lvl3pPr>
            <a:lvl4pPr marL="1600200" indent="-228600" algn="r" rtl="1">
              <a:buFont typeface="Rubik" pitchFamily="2" charset="-79"/>
              <a:buChar char="‹"/>
              <a:defRPr sz="1800"/>
            </a:lvl4pPr>
            <a:lvl5pPr marL="2057400" indent="-228600" algn="r" rtl="1">
              <a:buFont typeface="Rubik" pitchFamily="2" charset="-79"/>
              <a:buChar char="‹"/>
              <a:defRPr sz="1800"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9" name="כותרת 8">
            <a:extLst>
              <a:ext uri="{FF2B5EF4-FFF2-40B4-BE49-F238E27FC236}">
                <a16:creationId xmlns:a16="http://schemas.microsoft.com/office/drawing/2014/main" id="{1DF5C479-D8CC-F3FE-8948-BB8227638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6579" y="1490824"/>
            <a:ext cx="3378842" cy="751517"/>
          </a:xfrm>
        </p:spPr>
        <p:txBody>
          <a:bodyPr>
            <a:noAutofit/>
          </a:bodyPr>
          <a:lstStyle>
            <a:lvl1pPr algn="ctr" rtl="1">
              <a:defRPr sz="5400" b="1"/>
            </a:lvl1pPr>
          </a:lstStyle>
          <a:p>
            <a:r>
              <a:rPr lang="he-IL" dirty="0"/>
              <a:t>מושג</a:t>
            </a:r>
          </a:p>
        </p:txBody>
      </p:sp>
    </p:spTree>
    <p:extLst>
      <p:ext uri="{BB962C8B-B14F-4D97-AF65-F5344CB8AC3E}">
        <p14:creationId xmlns:p14="http://schemas.microsoft.com/office/powerpoint/2010/main" val="285466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00CFF303-A540-85B9-E8D8-3296DCF671F0}"/>
              </a:ext>
            </a:extLst>
          </p:cNvPr>
          <p:cNvSpPr/>
          <p:nvPr userDrawn="1"/>
        </p:nvSpPr>
        <p:spPr>
          <a:xfrm>
            <a:off x="1" y="1390650"/>
            <a:ext cx="12192000" cy="5467349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FF1B9F-6F9E-BA9D-6FAC-2765B71F9618}"/>
              </a:ext>
            </a:extLst>
          </p:cNvPr>
          <p:cNvSpPr/>
          <p:nvPr userDrawn="1"/>
        </p:nvSpPr>
        <p:spPr>
          <a:xfrm rot="16200000">
            <a:off x="6013869" y="-4623218"/>
            <a:ext cx="164264" cy="12192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B1BB81ED-7357-D5E8-A57F-F8C5AD1D78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0495" y="74917"/>
            <a:ext cx="10195595" cy="1325563"/>
          </a:xfrm>
        </p:spPr>
        <p:txBody>
          <a:bodyPr>
            <a:normAutofit/>
          </a:bodyPr>
          <a:lstStyle>
            <a:lvl1pPr algn="r">
              <a:defRPr sz="5400" b="1">
                <a:solidFill>
                  <a:srgbClr val="383838"/>
                </a:solidFill>
              </a:defRPr>
            </a:lvl1pPr>
          </a:lstStyle>
          <a:p>
            <a:r>
              <a:rPr lang="he-IL" dirty="0"/>
              <a:t>הסבר קצר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876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1">
            <a:extLst>
              <a:ext uri="{FF2B5EF4-FFF2-40B4-BE49-F238E27FC236}">
                <a16:creationId xmlns:a16="http://schemas.microsoft.com/office/drawing/2014/main" id="{CBE34234-BC47-42BD-FB05-F455C40EFFC3}"/>
              </a:ext>
            </a:extLst>
          </p:cNvPr>
          <p:cNvSpPr/>
          <p:nvPr userDrawn="1"/>
        </p:nvSpPr>
        <p:spPr>
          <a:xfrm>
            <a:off x="7340524" y="-1"/>
            <a:ext cx="4851415" cy="6858001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מציין מיקום טקסט 10">
            <a:extLst>
              <a:ext uri="{FF2B5EF4-FFF2-40B4-BE49-F238E27FC236}">
                <a16:creationId xmlns:a16="http://schemas.microsoft.com/office/drawing/2014/main" id="{89A93A52-322C-221C-6B78-F662E7F14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87159" y="684780"/>
            <a:ext cx="4019066" cy="738504"/>
          </a:xfrm>
        </p:spPr>
        <p:txBody>
          <a:bodyPr/>
          <a:lstStyle>
            <a:lvl1pPr marL="0" indent="0" algn="r" rtl="1">
              <a:lnSpc>
                <a:spcPct val="114000"/>
              </a:lnSpc>
              <a:buNone/>
              <a:defRPr sz="4000" b="1">
                <a:solidFill>
                  <a:schemeClr val="bg1"/>
                </a:solidFill>
              </a:defRPr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 dirty="0"/>
              <a:t>נושא</a:t>
            </a:r>
          </a:p>
        </p:txBody>
      </p:sp>
      <p:sp>
        <p:nvSpPr>
          <p:cNvPr id="5" name="מציין מיקום טקסט 10">
            <a:extLst>
              <a:ext uri="{FF2B5EF4-FFF2-40B4-BE49-F238E27FC236}">
                <a16:creationId xmlns:a16="http://schemas.microsoft.com/office/drawing/2014/main" id="{CCDC17FE-FC66-20DB-32E7-2D8744BBCA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371" y="205582"/>
            <a:ext cx="6015425" cy="6446837"/>
          </a:xfrm>
        </p:spPr>
        <p:txBody>
          <a:bodyPr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B238CD-F722-2FE8-0C59-1C3B99340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86675" y="1550988"/>
            <a:ext cx="4019550" cy="2527300"/>
          </a:xfrm>
        </p:spPr>
        <p:txBody>
          <a:bodyPr>
            <a:normAutofit/>
          </a:bodyPr>
          <a:lstStyle>
            <a:lvl1pPr marL="228600" indent="-228600" algn="r" rtl="1">
              <a:buFont typeface="Assistant" pitchFamily="2" charset="-79"/>
              <a:buChar char="‹"/>
              <a:defRPr sz="2000">
                <a:solidFill>
                  <a:schemeClr val="bg1"/>
                </a:solidFill>
              </a:defRPr>
            </a:lvl1pPr>
            <a:lvl2pPr marL="685800" indent="-228600" algn="r" rtl="1">
              <a:buFont typeface="Assistant" pitchFamily="2" charset="-79"/>
              <a:buChar char="‹"/>
              <a:defRPr sz="1800">
                <a:solidFill>
                  <a:schemeClr val="bg1"/>
                </a:solidFill>
              </a:defRPr>
            </a:lvl2pPr>
            <a:lvl3pPr marL="1143000" indent="-228600" algn="r" rtl="1">
              <a:buFont typeface="Assistant" pitchFamily="2" charset="-79"/>
              <a:buChar char="‹"/>
              <a:defRPr sz="1600">
                <a:solidFill>
                  <a:schemeClr val="bg1"/>
                </a:solidFill>
              </a:defRPr>
            </a:lvl3pPr>
            <a:lvl4pPr marL="1600200" indent="-228600" algn="r" rtl="1">
              <a:buFont typeface="Assistant" pitchFamily="2" charset="-79"/>
              <a:buChar char="‹"/>
              <a:defRPr sz="1400">
                <a:solidFill>
                  <a:schemeClr val="bg1"/>
                </a:solidFill>
              </a:defRPr>
            </a:lvl4pPr>
            <a:lvl5pPr marL="2057400" indent="-228600" algn="r" rtl="1">
              <a:buFont typeface="Assistant" pitchFamily="2" charset="-79"/>
              <a:buChar char="‹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0AEFA1A-6FF1-F699-1E9E-CC14D5655388}"/>
              </a:ext>
            </a:extLst>
          </p:cNvPr>
          <p:cNvSpPr/>
          <p:nvPr userDrawn="1"/>
        </p:nvSpPr>
        <p:spPr>
          <a:xfrm>
            <a:off x="7340526" y="-1"/>
            <a:ext cx="164265" cy="6858001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39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396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252AC-DE44-6EBF-98B9-17C88397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93306-0AAF-3CE4-AE21-CAFE303D5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95EC6-DF3C-5B49-FFD7-09DDC9053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878B4-DE9D-4E53-9DCE-5E3EB94069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83CAA-3746-B4B2-0121-525529161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CC203-E7D6-6F29-2EA3-39AF44F67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F6E2A-5AD3-4C6A-B271-F1DB3CB3D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7" r:id="rId4"/>
    <p:sldLayoutId id="2147483668" r:id="rId5"/>
    <p:sldLayoutId id="2147483661" r:id="rId6"/>
    <p:sldLayoutId id="2147483662" r:id="rId7"/>
    <p:sldLayoutId id="2147483663" r:id="rId8"/>
    <p:sldLayoutId id="2147483666" r:id="rId9"/>
    <p:sldLayoutId id="2147483664" r:id="rId10"/>
    <p:sldLayoutId id="2147483665" r:id="rId11"/>
    <p:sldLayoutId id="21474836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D75DE8-D20C-3EBA-3350-8FF147E2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126" y="1570982"/>
            <a:ext cx="5354874" cy="2873200"/>
          </a:xfrm>
        </p:spPr>
        <p:txBody>
          <a:bodyPr/>
          <a:lstStyle/>
          <a:p>
            <a:r>
              <a:rPr lang="he-IL" dirty="0"/>
              <a:t>שיעור 4 -</a:t>
            </a:r>
            <a:br>
              <a:rPr lang="he-IL" dirty="0"/>
            </a:br>
            <a:r>
              <a:rPr lang="he-IL" dirty="0"/>
              <a:t>סצנות</a:t>
            </a:r>
          </a:p>
        </p:txBody>
      </p:sp>
    </p:spTree>
    <p:extLst>
      <p:ext uri="{BB962C8B-B14F-4D97-AF65-F5344CB8AC3E}">
        <p14:creationId xmlns:p14="http://schemas.microsoft.com/office/powerpoint/2010/main" val="212160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940D3DF7-AB00-255F-8DAA-352E88A8D9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כמו בסרט, סצנה היא חלק מהמשחק</a:t>
            </a:r>
          </a:p>
          <a:p>
            <a:r>
              <a:rPr lang="he-IL" dirty="0"/>
              <a:t>כל סצנה עומדת בפני עצמה ומכילה היררכיה משלה</a:t>
            </a:r>
          </a:p>
          <a:p>
            <a:r>
              <a:rPr lang="he-IL" dirty="0"/>
              <a:t>כך, אנחנו יכולים לפרק את המשחק שלנו לחלקים שונים ולמנוע תלות בין החלקים</a:t>
            </a:r>
          </a:p>
          <a:p>
            <a:r>
              <a:rPr lang="he-IL" b="1" dirty="0"/>
              <a:t>חשבו</a:t>
            </a:r>
            <a:r>
              <a:rPr lang="he-IL" dirty="0"/>
              <a:t> איך ניתן לחלק את המשחק שלכם לסצנות?</a:t>
            </a:r>
          </a:p>
          <a:p>
            <a:endParaRPr lang="he-IL" b="1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485E6B3A-831F-5719-73D5-DC760D2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סצנות</a:t>
            </a:r>
          </a:p>
        </p:txBody>
      </p:sp>
    </p:spTree>
    <p:extLst>
      <p:ext uri="{BB962C8B-B14F-4D97-AF65-F5344CB8AC3E}">
        <p14:creationId xmlns:p14="http://schemas.microsoft.com/office/powerpoint/2010/main" val="217736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0177753B-368A-0F95-AA7F-5DA998273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פתחו את קובץ הבסיס</a:t>
            </a:r>
          </a:p>
          <a:p>
            <a:r>
              <a:rPr lang="he-IL" dirty="0"/>
              <a:t>הקובץ מכיל 4 סצנות שונות</a:t>
            </a:r>
          </a:p>
          <a:p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AAE6427D-71F3-E4C8-4602-85E60AEB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קובץ </a:t>
            </a:r>
            <a:r>
              <a:rPr lang="en-US" dirty="0"/>
              <a:t>Package</a:t>
            </a:r>
            <a:endParaRPr lang="LID4096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E704F88-A8A3-DC2A-42D0-987D8FC35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025" y="2003633"/>
            <a:ext cx="5062975" cy="285073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470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EABBF-D9EC-86B6-908E-130A0039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DFC07363-D393-05B4-C5FE-D0FBEF27A6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תגיות שאינן על הבמה (משל שייכות ל</a:t>
            </a:r>
            <a:r>
              <a:rPr lang="en-US" dirty="0"/>
              <a:t>Prefab</a:t>
            </a:r>
            <a:r>
              <a:rPr lang="he-IL" dirty="0"/>
              <a:t>) אינן עוברות עם המשחק</a:t>
            </a:r>
          </a:p>
          <a:p>
            <a:r>
              <a:rPr lang="he-IL" dirty="0"/>
              <a:t>הוסיפו תגית בשם </a:t>
            </a:r>
            <a:r>
              <a:rPr lang="en-US" dirty="0"/>
              <a:t>star</a:t>
            </a:r>
            <a:r>
              <a:rPr lang="he-IL" dirty="0"/>
              <a:t> ותגית נוספת </a:t>
            </a:r>
            <a:r>
              <a:rPr lang="en-US" dirty="0"/>
              <a:t>meteor</a:t>
            </a:r>
            <a:endParaRPr lang="he-IL" dirty="0"/>
          </a:p>
          <a:p>
            <a:r>
              <a:rPr lang="he-IL" dirty="0"/>
              <a:t>הקפידו על כתיבה </a:t>
            </a:r>
            <a:r>
              <a:rPr lang="he-IL" dirty="0" err="1"/>
              <a:t>מדוייקת</a:t>
            </a:r>
            <a:r>
              <a:rPr lang="he-IL" dirty="0"/>
              <a:t> באותיות קטנות</a:t>
            </a:r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84BB2838-6FE8-7A1B-1580-DA33B0D1E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הוספת </a:t>
            </a:r>
            <a:r>
              <a:rPr lang="en-US" dirty="0"/>
              <a:t>Tags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5891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C184-216D-CCD1-14CD-27627A99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BBFEDA5E-9F9D-FD45-6C8E-69E04F9386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כדי שיהיה אפשר להפעיל את כל הסצנות, נוסיף אותן ל</a:t>
            </a:r>
            <a:r>
              <a:rPr lang="en-US" dirty="0"/>
              <a:t>Build</a:t>
            </a:r>
            <a:endParaRPr lang="he-IL" dirty="0"/>
          </a:p>
          <a:p>
            <a:r>
              <a:rPr lang="en-US" dirty="0"/>
              <a:t>File </a:t>
            </a:r>
            <a:r>
              <a:rPr lang="en-US" dirty="0">
                <a:sym typeface="Wingdings" panose="05000000000000000000" pitchFamily="2" charset="2"/>
              </a:rPr>
              <a:t> Build profile</a:t>
            </a:r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56D2F98B-20FF-886A-8A14-FF0D61F7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Build</a:t>
            </a:r>
            <a:endParaRPr lang="LID4096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0A0A92F-D877-E2D1-8284-E1BEC43C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123" y="1418750"/>
            <a:ext cx="3578052" cy="402049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9D616B11-6F2C-247C-F1C3-54292A7A3DB8}"/>
              </a:ext>
            </a:extLst>
          </p:cNvPr>
          <p:cNvSpPr/>
          <p:nvPr/>
        </p:nvSpPr>
        <p:spPr>
          <a:xfrm>
            <a:off x="2060293" y="4259482"/>
            <a:ext cx="3252487" cy="393539"/>
          </a:xfrm>
          <a:prstGeom prst="rect">
            <a:avLst/>
          </a:prstGeom>
          <a:noFill/>
          <a:ln w="38100">
            <a:solidFill>
              <a:srgbClr val="F8C9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117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B5EA-3169-5BCB-5073-3C3AE3E9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3D6D231F-8530-6BE2-7F80-5C9104B73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נגרור את הסצנות לפי הסדר שנרצה שיופיעו:</a:t>
            </a:r>
          </a:p>
          <a:p>
            <a:r>
              <a:rPr lang="he-IL" dirty="0"/>
              <a:t>פתיחה</a:t>
            </a:r>
          </a:p>
          <a:p>
            <a:r>
              <a:rPr lang="he-IL" dirty="0"/>
              <a:t>אנימציה</a:t>
            </a:r>
          </a:p>
          <a:p>
            <a:r>
              <a:rPr lang="he-IL" dirty="0"/>
              <a:t>משחק </a:t>
            </a:r>
          </a:p>
          <a:p>
            <a:r>
              <a:rPr lang="he-IL" dirty="0"/>
              <a:t>סיום</a:t>
            </a:r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D7DF64A2-11F1-3E8D-871D-3A80D71A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Build</a:t>
            </a:r>
            <a:endParaRPr lang="LID4096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60DCCD0-5F85-E28A-A82F-96E0E3DE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9"/>
          <a:stretch/>
        </p:blipFill>
        <p:spPr>
          <a:xfrm>
            <a:off x="682907" y="1562115"/>
            <a:ext cx="5981946" cy="3518755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9987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2D82-BDD8-B2BA-B94C-7B58F556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AF300676-886F-43B3-4274-7DE0A3FABD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מכילה:</a:t>
            </a:r>
          </a:p>
          <a:p>
            <a:pPr lvl="1">
              <a:buFont typeface="Assistant" pitchFamily="2" charset="-79"/>
              <a:buChar char="‹"/>
            </a:pPr>
            <a:r>
              <a:rPr lang="he-IL" sz="2000" dirty="0"/>
              <a:t>כפתורים לבחירת דמות</a:t>
            </a:r>
          </a:p>
          <a:p>
            <a:pPr lvl="1">
              <a:buFont typeface="Assistant" pitchFamily="2" charset="-79"/>
              <a:buChar char="‹"/>
            </a:pPr>
            <a:r>
              <a:rPr lang="he-IL" sz="2000" dirty="0"/>
              <a:t>תפריט לבחירת רמת המשחק</a:t>
            </a:r>
          </a:p>
          <a:p>
            <a:pPr lvl="1">
              <a:buFont typeface="Assistant" pitchFamily="2" charset="-79"/>
              <a:buChar char="‹"/>
            </a:pPr>
            <a:r>
              <a:rPr lang="he-IL" sz="2000" dirty="0"/>
              <a:t>כפתור התחלה</a:t>
            </a:r>
          </a:p>
          <a:p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E7C0D8BE-F40D-CC70-C1CB-E2A6DA8F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סצנת הפתיחה</a:t>
            </a:r>
            <a:endParaRPr lang="LID4096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F1EBD10-C790-4571-B610-A155A67F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11" y="1651819"/>
            <a:ext cx="5723116" cy="32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56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4FA3-C9DA-B340-3462-3CAD51D3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F64FBCCA-2600-DB0E-F18E-B2067DF6A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מכילה </a:t>
            </a:r>
            <a:r>
              <a:rPr lang="he-IL" dirty="0" err="1"/>
              <a:t>טיימליין</a:t>
            </a:r>
            <a:r>
              <a:rPr lang="he-IL" dirty="0"/>
              <a:t> עם אירוע – המפעיל פונקציה בסקריפט </a:t>
            </a:r>
            <a:r>
              <a:rPr lang="en-US" dirty="0" err="1"/>
              <a:t>StartAnimation</a:t>
            </a:r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299AF307-E902-A54F-DFBD-D98CF95D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סצנת אנימציה</a:t>
            </a:r>
            <a:endParaRPr lang="LID4096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AF15D02-C28F-7542-B8EC-A238D3E19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311" y="1652664"/>
            <a:ext cx="5723116" cy="32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6F09-08FB-C696-1EE4-51FF9D2B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E18512B1-54E9-182A-7A32-EDF58E1A91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מכילה משחק בו על החללית לאסוף כוכבים ולהימנע ממטאורים</a:t>
            </a:r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322CA8BC-DAEC-2257-922F-04F374B9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סצנת משחק</a:t>
            </a:r>
            <a:endParaRPr lang="LID4096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B2B45C1-337C-166A-BAB4-DE4C7C298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311" y="1667846"/>
            <a:ext cx="5723116" cy="320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26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222CC-C4B9-C54C-89E3-D42C06F4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4AB7F8B7-69DC-A792-6915-BBA65273D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מכילה מסך משוב ו2 כפתורים</a:t>
            </a:r>
          </a:p>
          <a:p>
            <a:r>
              <a:rPr lang="he-IL" dirty="0"/>
              <a:t>חזרה על המשחק</a:t>
            </a:r>
          </a:p>
          <a:p>
            <a:r>
              <a:rPr lang="he-IL" dirty="0"/>
              <a:t>חזרה למסך ההתחלה</a:t>
            </a:r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916AF61F-A16F-6F32-C371-6E199872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סצנת סיום</a:t>
            </a:r>
            <a:endParaRPr lang="LID4096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44BDD33-E086-C32C-99CC-DD3241AD1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108" y="1667846"/>
            <a:ext cx="5707521" cy="320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0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C514D11-F85D-6931-7A9F-A174B641E8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מעבר בין סצנות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A04439F-7606-6782-1CB2-9C54BE2CBB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e-IL" dirty="0"/>
              <a:t>נפתח את סצנת ההתחלה</a:t>
            </a:r>
          </a:p>
          <a:p>
            <a:r>
              <a:rPr lang="he-IL" dirty="0"/>
              <a:t>נבחר את הסקריפט </a:t>
            </a:r>
            <a:r>
              <a:rPr lang="en-US" dirty="0" err="1"/>
              <a:t>homeManager</a:t>
            </a:r>
            <a:endParaRPr lang="he-IL" dirty="0"/>
          </a:p>
          <a:p>
            <a:r>
              <a:rPr lang="he-IL" dirty="0"/>
              <a:t>נגדיר טעינה של הסצנה הבאה</a:t>
            </a:r>
          </a:p>
          <a:p>
            <a:r>
              <a:rPr lang="he-IL" dirty="0"/>
              <a:t>שימו לב לכתוב את שם הסצנה בדיוק</a:t>
            </a:r>
          </a:p>
          <a:p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A3C0129-8F97-5926-4C75-7C08F1E052A5}"/>
              </a:ext>
            </a:extLst>
          </p:cNvPr>
          <p:cNvSpPr txBox="1"/>
          <p:nvPr/>
        </p:nvSpPr>
        <p:spPr>
          <a:xfrm>
            <a:off x="0" y="2844225"/>
            <a:ext cx="82643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StartGame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he-I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($"Sprite: {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chosenSprite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  Speed: {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chosenSpeed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}");</a:t>
            </a:r>
            <a:endParaRPr lang="he-IL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sz="1400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“Animation”</a:t>
            </a:r>
            <a:r>
              <a:rPr lang="en-US" sz="1400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he-I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2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D136-E71C-78E8-538A-D002288E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8330FFA-9991-90FD-2694-055FD67EF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עכשיו אתם!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C384776-7DDC-6900-256A-D646AB28AD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e-IL" dirty="0"/>
              <a:t>כתבו קוד שעובר מאנימציית הפתיחה למשחק</a:t>
            </a:r>
          </a:p>
          <a:p>
            <a:r>
              <a:rPr lang="he-IL" dirty="0"/>
              <a:t>עובר מסיום המשחק למסך הסיום</a:t>
            </a:r>
          </a:p>
          <a:p>
            <a:r>
              <a:rPr lang="he-IL" dirty="0"/>
              <a:t>בלחיצה על ניסיון חוזר </a:t>
            </a:r>
            <a:r>
              <a:rPr lang="he-IL" dirty="0">
                <a:sym typeface="Wingdings" panose="05000000000000000000" pitchFamily="2" charset="2"/>
              </a:rPr>
              <a:t> חוזר למשחק</a:t>
            </a:r>
          </a:p>
          <a:p>
            <a:r>
              <a:rPr lang="he-IL" dirty="0">
                <a:sym typeface="Wingdings" panose="05000000000000000000" pitchFamily="2" charset="2"/>
              </a:rPr>
              <a:t>בלחיצה על חזרה לבית  חוזר למסך הראשי</a:t>
            </a:r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CA8DFBB-392C-78B6-5D82-215729B306F0}"/>
              </a:ext>
            </a:extLst>
          </p:cNvPr>
          <p:cNvSpPr txBox="1"/>
          <p:nvPr/>
        </p:nvSpPr>
        <p:spPr>
          <a:xfrm>
            <a:off x="0" y="2844225"/>
            <a:ext cx="82643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StartGame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he-I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($"Sprite: {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chosenSprite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  Speed: {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chosenSpeed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}");</a:t>
            </a:r>
            <a:endParaRPr lang="he-IL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sz="1400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C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“Animation”</a:t>
            </a:r>
            <a:r>
              <a:rPr lang="en-US" sz="1400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he-I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142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86D9-4430-7132-EA81-4B10829D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DD77822-EB0D-D87F-DFE6-41AEDCC593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פתרון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A3A1E9F-1C7B-1997-242A-7602CE3F91D1}"/>
              </a:ext>
            </a:extLst>
          </p:cNvPr>
          <p:cNvSpPr txBox="1"/>
          <p:nvPr/>
        </p:nvSpPr>
        <p:spPr>
          <a:xfrm>
            <a:off x="266218" y="518494"/>
            <a:ext cx="82643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void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CountdownOver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he-I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("Done");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("Game");</a:t>
            </a:r>
          </a:p>
          <a:p>
            <a:r>
              <a:rPr lang="he-IL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B5E700F-8673-FA12-ABBD-7B1EDE4B79D7}"/>
              </a:ext>
            </a:extLst>
          </p:cNvPr>
          <p:cNvSpPr txBox="1"/>
          <p:nvPr/>
        </p:nvSpPr>
        <p:spPr>
          <a:xfrm>
            <a:off x="266218" y="14916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StartAnimation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1501996-B340-0F0A-2E1F-92EF7E48AF04}"/>
              </a:ext>
            </a:extLst>
          </p:cNvPr>
          <p:cNvSpPr txBox="1"/>
          <p:nvPr/>
        </p:nvSpPr>
        <p:spPr>
          <a:xfrm>
            <a:off x="266218" y="2184665"/>
            <a:ext cx="826432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void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GameOver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gameActive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score =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scoreboard.text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($"Game over with {score} points");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GameOver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6A002B9-A220-DB4B-B1D9-36030D7167B0}"/>
              </a:ext>
            </a:extLst>
          </p:cNvPr>
          <p:cNvSpPr txBox="1"/>
          <p:nvPr/>
        </p:nvSpPr>
        <p:spPr>
          <a:xfrm>
            <a:off x="266218" y="181533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GameSceneManager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DFA7C8E3-2F33-353F-9A59-9B71100EFF77}"/>
              </a:ext>
            </a:extLst>
          </p:cNvPr>
          <p:cNvSpPr txBox="1"/>
          <p:nvPr/>
        </p:nvSpPr>
        <p:spPr>
          <a:xfrm>
            <a:off x="266218" y="4154435"/>
            <a:ext cx="826432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void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RestartGame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("Try Again");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("Game");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goHome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Debug.Log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("Go Home");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("Home");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8DE3F93E-16F8-8BA8-F705-A4D0B7F551DD}"/>
              </a:ext>
            </a:extLst>
          </p:cNvPr>
          <p:cNvSpPr txBox="1"/>
          <p:nvPr/>
        </p:nvSpPr>
        <p:spPr>
          <a:xfrm>
            <a:off x="266218" y="378510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ameoverManager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63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80C8E1BB-2CD0-0B67-52B5-4C020D204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מסך המשחק צריך לדעת איזה דמות נבחרה ומה המהירות</a:t>
            </a:r>
          </a:p>
          <a:p>
            <a:r>
              <a:rPr lang="he-IL" dirty="0"/>
              <a:t>שתיהן נבחרו בסצנת הפתיחה</a:t>
            </a:r>
          </a:p>
          <a:p>
            <a:r>
              <a:rPr lang="he-IL" dirty="0"/>
              <a:t>מסך הסיום צריך לדעת איזה דמות נבחרה ומה הניקוד</a:t>
            </a:r>
          </a:p>
          <a:p>
            <a:r>
              <a:rPr lang="he-IL" dirty="0"/>
              <a:t>איך נעביר את המידע בין הסצנות?</a:t>
            </a:r>
          </a:p>
          <a:p>
            <a:endParaRPr lang="he-IL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EB3D68DB-429D-A7EA-0BBD-5A161D686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האתגר</a:t>
            </a:r>
          </a:p>
        </p:txBody>
      </p:sp>
    </p:spTree>
    <p:extLst>
      <p:ext uri="{BB962C8B-B14F-4D97-AF65-F5344CB8AC3E}">
        <p14:creationId xmlns:p14="http://schemas.microsoft.com/office/powerpoint/2010/main" val="4128051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3D08882C-C03A-E6F4-7CF9-8B3662D5FE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משתנה סטטי הוא משתנה ששייך </a:t>
            </a:r>
            <a:r>
              <a:rPr lang="he-IL" b="1" dirty="0"/>
              <a:t>למחלקה עצמה</a:t>
            </a:r>
            <a:r>
              <a:rPr lang="he-IL" dirty="0"/>
              <a:t>, ולא </a:t>
            </a:r>
            <a:r>
              <a:rPr lang="he-IL" b="1" dirty="0"/>
              <a:t>לאובייקט ספציפי</a:t>
            </a:r>
            <a:r>
              <a:rPr lang="he-IL" dirty="0"/>
              <a:t>. יש רק עותק אחד של המשתנה, והוא זמין לכל האובייקטים מסוג המחלקה שהוא שייך לה.</a:t>
            </a:r>
          </a:p>
          <a:p>
            <a:r>
              <a:rPr lang="he-IL" dirty="0"/>
              <a:t> ניצור מחלקה עם משתנים סטטיים</a:t>
            </a:r>
          </a:p>
          <a:p>
            <a:r>
              <a:rPr lang="he-IL" dirty="0"/>
              <a:t>בתוכו המחלקה, נשמור את המידע שנרצה להעביר</a:t>
            </a:r>
          </a:p>
          <a:p>
            <a:r>
              <a:rPr lang="he-IL" dirty="0"/>
              <a:t>כך נוכל להעביר את המידע בין הסצנות</a:t>
            </a:r>
          </a:p>
          <a:p>
            <a:endParaRPr lang="LID4096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C6EE202B-BFEA-3DF7-8AAF-B3899802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075" y="1490824"/>
            <a:ext cx="4133850" cy="751517"/>
          </a:xfrm>
        </p:spPr>
        <p:txBody>
          <a:bodyPr/>
          <a:lstStyle/>
          <a:p>
            <a:r>
              <a:rPr lang="he-IL" dirty="0"/>
              <a:t>משתנה סטטי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13386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72D3-3BA8-54FA-90F6-A479D838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584EE2F2-CEE0-9E93-6E8D-9EEAD9C718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ניצור </a:t>
            </a:r>
            <a:r>
              <a:rPr lang="en-US" dirty="0" err="1"/>
              <a:t>c#</a:t>
            </a:r>
            <a:r>
              <a:rPr lang="en-US" dirty="0"/>
              <a:t> script</a:t>
            </a:r>
            <a:r>
              <a:rPr lang="he-IL" dirty="0"/>
              <a:t> בשם </a:t>
            </a:r>
            <a:r>
              <a:rPr lang="en-US" dirty="0" err="1"/>
              <a:t>DataPass</a:t>
            </a:r>
            <a:r>
              <a:rPr lang="he-IL" dirty="0"/>
              <a:t> שיהיה אחראי להעברת המידע</a:t>
            </a:r>
          </a:p>
          <a:p>
            <a:r>
              <a:rPr lang="he-IL" dirty="0"/>
              <a:t>לא נחבר את הסקריפט לאף אובייקט</a:t>
            </a:r>
            <a:endParaRPr lang="en-US" dirty="0"/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0D4E14ED-0CA0-D7A8-E2EB-2117DFEC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מחלקה מקשרת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2885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9610D-4F61-DB4A-EBF7-629FDA91E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18E9D16-B189-6536-B3E8-10DF90D5E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DataPass</a:t>
            </a:r>
            <a:endParaRPr lang="he-IL" dirty="0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241C80E-34F6-5E53-F2A0-F2DE8D8AF4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e-IL" dirty="0"/>
              <a:t>ניצור משתנה סטטי עבור כל מידע שנרצה להעביר</a:t>
            </a:r>
          </a:p>
          <a:p>
            <a:r>
              <a:rPr lang="he-IL" dirty="0"/>
              <a:t>המשתנים </a:t>
            </a:r>
            <a:r>
              <a:rPr lang="en-US" dirty="0"/>
              <a:t>public</a:t>
            </a:r>
            <a:r>
              <a:rPr lang="he-IL" dirty="0"/>
              <a:t> כי נרצה לפנות אליהם מהסקריפטים האחרים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C23DEB5-C6E5-926C-2237-F195808D2164}"/>
              </a:ext>
            </a:extLst>
          </p:cNvPr>
          <p:cNvSpPr txBox="1"/>
          <p:nvPr/>
        </p:nvSpPr>
        <p:spPr>
          <a:xfrm>
            <a:off x="0" y="2274838"/>
            <a:ext cx="8264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UnityEngine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float speed;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Sprite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score;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2391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67BC-170E-9322-4CBF-ADD10C24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438DCE6-DF37-D0C7-96A6-1CDFA35209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מסך פתיחה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7012F93-F513-656E-D085-7320F16F07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e-IL" dirty="0"/>
              <a:t>נשמור את המידע במשתנים</a:t>
            </a:r>
          </a:p>
          <a:p>
            <a:r>
              <a:rPr lang="he-IL" dirty="0"/>
              <a:t>שימו לב שלא מדובר במופע של המחלקה</a:t>
            </a:r>
          </a:p>
          <a:p>
            <a:r>
              <a:rPr lang="he-IL" dirty="0"/>
              <a:t>אלא המחלקה עצמה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58900AE-433A-D317-C5BD-A8E6C064255E}"/>
              </a:ext>
            </a:extLst>
          </p:cNvPr>
          <p:cNvSpPr txBox="1"/>
          <p:nvPr/>
        </p:nvSpPr>
        <p:spPr>
          <a:xfrm>
            <a:off x="0" y="2274838"/>
            <a:ext cx="826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void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StartGame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DataPass.sprite</a:t>
            </a:r>
            <a:r>
              <a:rPr lang="en-US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chosenSprite</a:t>
            </a:r>
            <a:r>
              <a:rPr lang="en-US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DataPass.speed</a:t>
            </a:r>
            <a:r>
              <a:rPr lang="en-US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chosenSpeed</a:t>
            </a:r>
            <a:r>
              <a:rPr lang="en-US" dirty="0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("Animation");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494288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D5D7-2A15-DE2E-CE87-87140E539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47F3BCE-49CE-841F-BAA0-3901DE81BA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מסך משחק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E59CA94-B8A8-D147-513A-B5F7A0F7CF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e-IL" dirty="0"/>
              <a:t>נשלוף את המידע מהמשתנים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43DADF02-3AB2-FD40-68E4-037BDCBA10D8}"/>
              </a:ext>
            </a:extLst>
          </p:cNvPr>
          <p:cNvSpPr txBox="1"/>
          <p:nvPr/>
        </p:nvSpPr>
        <p:spPr>
          <a:xfrm>
            <a:off x="0" y="1231371"/>
            <a:ext cx="826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Start()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gameActive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timer = 0;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elementDelay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DataPass.speed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03E222C-6761-66AA-84D9-D8168B0C0020}"/>
              </a:ext>
            </a:extLst>
          </p:cNvPr>
          <p:cNvSpPr txBox="1"/>
          <p:nvPr/>
        </p:nvSpPr>
        <p:spPr>
          <a:xfrm>
            <a:off x="0" y="68478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GameSceneManager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D2C3C80-C90C-5FCA-0DED-7B054F0A9DF6}"/>
              </a:ext>
            </a:extLst>
          </p:cNvPr>
          <p:cNvSpPr txBox="1"/>
          <p:nvPr/>
        </p:nvSpPr>
        <p:spPr>
          <a:xfrm>
            <a:off x="1930" y="334732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RocketMovement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B7CC848-FC72-A8DA-A080-EB44952530E1}"/>
              </a:ext>
            </a:extLst>
          </p:cNvPr>
          <p:cNvSpPr txBox="1"/>
          <p:nvPr/>
        </p:nvSpPr>
        <p:spPr>
          <a:xfrm>
            <a:off x="0" y="3731300"/>
            <a:ext cx="826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Start()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playerRB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GetComponent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&lt;Rigidbody2D&gt;();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SpriteRenderer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GetComponent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SpriteRenderer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&gt;();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SpriteRenderer.sprite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DataPass.sprite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0314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818D9-6A06-6EEB-0255-5CE39F455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59ABEDB-A2D1-2DB1-7E5D-54B3F7657A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עכשיו אתם!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61B0297-CB58-DF82-E5B6-D06F0C3BB9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e-IL" dirty="0"/>
              <a:t>הציגו בסיום המשחק את הניקוד והדמות שנבחרה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1B596563-848B-86A2-F59C-4EF855C69D4A}"/>
              </a:ext>
            </a:extLst>
          </p:cNvPr>
          <p:cNvSpPr txBox="1"/>
          <p:nvPr/>
        </p:nvSpPr>
        <p:spPr>
          <a:xfrm>
            <a:off x="0" y="1231371"/>
            <a:ext cx="826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Start()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gameActive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timer = 0;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elementDelay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DataPass.speed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CACF369-8017-22EC-4F90-EC5B253092A3}"/>
              </a:ext>
            </a:extLst>
          </p:cNvPr>
          <p:cNvSpPr txBox="1"/>
          <p:nvPr/>
        </p:nvSpPr>
        <p:spPr>
          <a:xfrm>
            <a:off x="0" y="68478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GameSceneManager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42F3CF6-CB66-8231-4D58-A59B17EA488D}"/>
              </a:ext>
            </a:extLst>
          </p:cNvPr>
          <p:cNvSpPr txBox="1"/>
          <p:nvPr/>
        </p:nvSpPr>
        <p:spPr>
          <a:xfrm>
            <a:off x="1930" y="334732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RocketMovement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5FA0891B-7A6E-C06E-34ED-4B8B11CD7554}"/>
              </a:ext>
            </a:extLst>
          </p:cNvPr>
          <p:cNvSpPr txBox="1"/>
          <p:nvPr/>
        </p:nvSpPr>
        <p:spPr>
          <a:xfrm>
            <a:off x="0" y="3731300"/>
            <a:ext cx="826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Start()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playerRB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GetComponent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&lt;Rigidbody2D&gt;();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SpriteRenderer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GetComponent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SpriteRenderer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&gt;();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SpriteRenderer.sprite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DataPass.sprite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2081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04AA-0D45-129A-F655-458E516A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81E5DE-1E35-1862-C7EE-383E25A4A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פתרון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AD211E5-DC8E-99AC-BC8C-BF219E0805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e-IL" dirty="0"/>
              <a:t>בסיום משחק – נשמור את הניקוד</a:t>
            </a:r>
          </a:p>
          <a:p>
            <a:r>
              <a:rPr lang="he-IL" dirty="0"/>
              <a:t>נשלוף את הניקוד והדמות במסך הסיום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DBBDC31-D9FA-6E55-5767-13900C6C7C43}"/>
              </a:ext>
            </a:extLst>
          </p:cNvPr>
          <p:cNvSpPr txBox="1"/>
          <p:nvPr/>
        </p:nvSpPr>
        <p:spPr>
          <a:xfrm>
            <a:off x="0" y="1238698"/>
            <a:ext cx="826432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GameOver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gameActive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score =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scoreboard.text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DataPass.score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score;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SceneManager.LoadScene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GameOver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32A1CA7-6D7E-FE01-0873-3AC0854313AD}"/>
              </a:ext>
            </a:extLst>
          </p:cNvPr>
          <p:cNvSpPr txBox="1"/>
          <p:nvPr/>
        </p:nvSpPr>
        <p:spPr>
          <a:xfrm>
            <a:off x="1930" y="86936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GameSceneManager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CED9062-157C-F573-7D36-4809033C43D1}"/>
              </a:ext>
            </a:extLst>
          </p:cNvPr>
          <p:cNvSpPr txBox="1"/>
          <p:nvPr/>
        </p:nvSpPr>
        <p:spPr>
          <a:xfrm>
            <a:off x="0" y="4008687"/>
            <a:ext cx="826432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Start()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player.sprite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DataPass.sprite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scoreBoard.text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$"Your score: {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DataPass.score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}";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A7CAA698-BED8-F047-29F9-D29ABD578056}"/>
              </a:ext>
            </a:extLst>
          </p:cNvPr>
          <p:cNvSpPr txBox="1"/>
          <p:nvPr/>
        </p:nvSpPr>
        <p:spPr>
          <a:xfrm>
            <a:off x="1930" y="363935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800" b="1" dirty="0" err="1">
                <a:solidFill>
                  <a:srgbClr val="000000"/>
                </a:solidFill>
                <a:highlight>
                  <a:srgbClr val="FCE9AD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ameoverManager</a:t>
            </a:r>
            <a:endParaRPr lang="he-IL" b="1" dirty="0">
              <a:highlight>
                <a:srgbClr val="FCE9AD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493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C85A69-6D3A-3303-0D49-537705BF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/>
              <a:t>מטלת משולש</a:t>
            </a:r>
          </a:p>
        </p:txBody>
      </p:sp>
      <p:sp>
        <p:nvSpPr>
          <p:cNvPr id="3" name="מציין מיקום תוכן 5">
            <a:extLst>
              <a:ext uri="{FF2B5EF4-FFF2-40B4-BE49-F238E27FC236}">
                <a16:creationId xmlns:a16="http://schemas.microsoft.com/office/drawing/2014/main" id="{EF104A5E-5F01-C134-2D27-626C4321D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9698" y="1809946"/>
            <a:ext cx="6634975" cy="4557400"/>
          </a:xfrm>
        </p:spPr>
        <p:txBody>
          <a:bodyPr>
            <a:normAutofit/>
          </a:bodyPr>
          <a:lstStyle/>
          <a:p>
            <a:pPr algn="r" rtl="1">
              <a:buFont typeface="Rubik" pitchFamily="2" charset="-79"/>
              <a:buChar char="‹"/>
            </a:pPr>
            <a:r>
              <a:rPr lang="he-IL" dirty="0"/>
              <a:t>הוסיפו למשחק שלכם סצנת התחלה וסיום</a:t>
            </a:r>
          </a:p>
          <a:p>
            <a:pPr algn="r" rtl="1">
              <a:buFont typeface="Rubik" pitchFamily="2" charset="-79"/>
              <a:buChar char="‹"/>
            </a:pPr>
            <a:r>
              <a:rPr lang="he-IL" dirty="0"/>
              <a:t>סצנת התחלה </a:t>
            </a:r>
          </a:p>
          <a:p>
            <a:pPr lvl="1" algn="r" rtl="1">
              <a:buFont typeface="Rubik" pitchFamily="2" charset="-79"/>
              <a:buChar char="‹"/>
            </a:pPr>
            <a:r>
              <a:rPr lang="he-IL" sz="2000" dirty="0"/>
              <a:t>מציגה את שם המשחק</a:t>
            </a:r>
          </a:p>
          <a:p>
            <a:pPr lvl="1" algn="r" rtl="1">
              <a:buFont typeface="Rubik" pitchFamily="2" charset="-79"/>
              <a:buChar char="‹"/>
            </a:pPr>
            <a:r>
              <a:rPr lang="he-IL" sz="2000" dirty="0"/>
              <a:t>כפתור התחלה </a:t>
            </a:r>
          </a:p>
          <a:p>
            <a:pPr algn="r" rtl="1">
              <a:buFont typeface="Rubik" pitchFamily="2" charset="-79"/>
              <a:buChar char="‹"/>
            </a:pPr>
            <a:endParaRPr lang="he-IL" dirty="0"/>
          </a:p>
          <a:p>
            <a:pPr algn="r" rtl="1">
              <a:buFont typeface="Rubik" pitchFamily="2" charset="-79"/>
              <a:buChar char="‹"/>
            </a:pPr>
            <a:r>
              <a:rPr lang="he-IL" dirty="0"/>
              <a:t>סצנת סיום</a:t>
            </a:r>
          </a:p>
          <a:p>
            <a:pPr lvl="1" algn="r" rtl="1">
              <a:buFont typeface="Rubik" pitchFamily="2" charset="-79"/>
              <a:buChar char="‹"/>
            </a:pPr>
            <a:r>
              <a:rPr lang="he-IL" sz="2000" dirty="0"/>
              <a:t>מציגה את ציון המשתמש</a:t>
            </a:r>
          </a:p>
          <a:p>
            <a:pPr lvl="1" algn="r" rtl="1">
              <a:buFont typeface="Rubik" pitchFamily="2" charset="-79"/>
              <a:buChar char="‹"/>
            </a:pPr>
            <a:r>
              <a:rPr lang="he-IL" sz="2000" dirty="0"/>
              <a:t>זמן מענה כולל</a:t>
            </a:r>
          </a:p>
          <a:p>
            <a:pPr lvl="1" algn="r" rtl="1">
              <a:buFont typeface="Rubik" pitchFamily="2" charset="-79"/>
              <a:buChar char="‹"/>
            </a:pPr>
            <a:r>
              <a:rPr lang="he-IL" sz="2000" dirty="0"/>
              <a:t>כפתור חזרה לדף הבית (סצנת ההתחלה)</a:t>
            </a:r>
          </a:p>
          <a:p>
            <a:pPr lvl="1" algn="r" rtl="1">
              <a:buFont typeface="Rubik" pitchFamily="2" charset="-79"/>
              <a:buChar char="‹"/>
            </a:pPr>
            <a:r>
              <a:rPr lang="he-IL" sz="2000" dirty="0"/>
              <a:t>כפתור חזרה על המשחק (סצנת משחק)</a:t>
            </a:r>
          </a:p>
          <a:p>
            <a:pPr lvl="1" algn="r" rtl="1">
              <a:buFont typeface="Rubik" pitchFamily="2" charset="-79"/>
              <a:buChar char="‹"/>
            </a:pPr>
            <a:r>
              <a:rPr lang="he-IL" sz="2000" dirty="0"/>
              <a:t>עבור </a:t>
            </a:r>
            <a:r>
              <a:rPr lang="he-IL" sz="2000" b="1" dirty="0"/>
              <a:t>התאמה</a:t>
            </a:r>
            <a:r>
              <a:rPr lang="he-IL" sz="2000" dirty="0"/>
              <a:t> – מציגה משוב מאבחן</a:t>
            </a:r>
            <a:endParaRPr lang="he-IL" dirty="0"/>
          </a:p>
          <a:p>
            <a:pPr algn="r" rtl="1">
              <a:buFont typeface="Rubik" pitchFamily="2" charset="-79"/>
              <a:buChar char="‹"/>
            </a:pPr>
            <a:endParaRPr lang="he-IL" dirty="0"/>
          </a:p>
          <a:p>
            <a:pPr algn="r" rtl="1">
              <a:buFont typeface="Rubik" pitchFamily="2" charset="-79"/>
              <a:buChar char="‹"/>
            </a:pPr>
            <a:endParaRPr lang="he-IL" dirty="0"/>
          </a:p>
          <a:p>
            <a:pPr algn="r" rtl="1">
              <a:buFont typeface="Rubik" pitchFamily="2" charset="-79"/>
              <a:buChar char="‹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1283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383838"/>
      </a:dk1>
      <a:lt1>
        <a:sysClr val="window" lastClr="FFFFFF"/>
      </a:lt1>
      <a:dk2>
        <a:srgbClr val="383838"/>
      </a:dk2>
      <a:lt2>
        <a:srgbClr val="FFFFFF"/>
      </a:lt2>
      <a:accent1>
        <a:srgbClr val="F8C932"/>
      </a:accent1>
      <a:accent2>
        <a:srgbClr val="FFFFFF"/>
      </a:accent2>
      <a:accent3>
        <a:srgbClr val="A5A5A5"/>
      </a:accent3>
      <a:accent4>
        <a:srgbClr val="F8C932"/>
      </a:accent4>
      <a:accent5>
        <a:srgbClr val="A695EF"/>
      </a:accent5>
      <a:accent6>
        <a:srgbClr val="79E1C8"/>
      </a:accent6>
      <a:hlink>
        <a:srgbClr val="383838"/>
      </a:hlink>
      <a:folHlink>
        <a:srgbClr val="383838"/>
      </a:folHlink>
    </a:clrScheme>
    <a:fontScheme name="התאמה אישית 6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822</Words>
  <Application>Microsoft Office PowerPoint</Application>
  <PresentationFormat>מסך רחב</PresentationFormat>
  <Paragraphs>178</Paragraphs>
  <Slides>22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30" baseType="lpstr">
      <vt:lpstr>Calibri</vt:lpstr>
      <vt:lpstr>Courier New</vt:lpstr>
      <vt:lpstr>Assistant ExtraLight</vt:lpstr>
      <vt:lpstr>Wingdings</vt:lpstr>
      <vt:lpstr>Rubik</vt:lpstr>
      <vt:lpstr>Assistant</vt:lpstr>
      <vt:lpstr>Arial</vt:lpstr>
      <vt:lpstr>Office Theme</vt:lpstr>
      <vt:lpstr>שיעור 4 - סצנות</vt:lpstr>
      <vt:lpstr>סצנות</vt:lpstr>
      <vt:lpstr>קובץ Package</vt:lpstr>
      <vt:lpstr>הוספת Tags</vt:lpstr>
      <vt:lpstr>Build</vt:lpstr>
      <vt:lpstr>Build</vt:lpstr>
      <vt:lpstr>סצנת הפתיחה</vt:lpstr>
      <vt:lpstr>סצנת אנימציה</vt:lpstr>
      <vt:lpstr>סצנת משחק</vt:lpstr>
      <vt:lpstr>סצנת סיום</vt:lpstr>
      <vt:lpstr>מצגת של PowerPoint‏</vt:lpstr>
      <vt:lpstr>מצגת של PowerPoint‏</vt:lpstr>
      <vt:lpstr>מצגת של PowerPoint‏</vt:lpstr>
      <vt:lpstr>האתגר</vt:lpstr>
      <vt:lpstr>משתנה סטטי</vt:lpstr>
      <vt:lpstr>מחלקה מקשרת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מטלת משולש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היכרות עם יוניטי</dc:title>
  <dc:creator>Netta Soreq</dc:creator>
  <cp:lastModifiedBy>Netta</cp:lastModifiedBy>
  <cp:revision>2</cp:revision>
  <dcterms:created xsi:type="dcterms:W3CDTF">2023-09-05T05:50:50Z</dcterms:created>
  <dcterms:modified xsi:type="dcterms:W3CDTF">2025-03-23T06:11:33Z</dcterms:modified>
</cp:coreProperties>
</file>