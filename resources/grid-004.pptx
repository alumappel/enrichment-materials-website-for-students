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688" r:id="rId2"/>
    <p:sldId id="689" r:id="rId3"/>
    <p:sldId id="766" r:id="rId4"/>
    <p:sldId id="767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81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3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7CDECE-0951-D004-BBD9-9AF2A3484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3F29CF9-9D2F-23C6-1555-1FAB9C103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E0A6766-9902-9544-0D3E-171151A43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4C7C775-100F-7E98-326B-E4D6E372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035A8FA-700B-F0C2-D00C-8C8A88876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007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D99718-B15D-76E6-C92E-2D9DF705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D671512-929B-5A88-596D-E614A6971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2D420B9-E74D-7F94-7728-A9F3242F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18A9ED-7132-3C0B-1049-B98310D0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4265C7A-2AF0-54EF-BBC9-ABF2749B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230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C9E33A-F5D7-6FA2-11A2-3BD34D8F0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8F3085F-C81B-D3DC-409F-AD48CEBAC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8B40C38-E2ED-8104-C607-7E78AAEB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67C71FE-8AAC-7010-8565-C9F13CEC0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A84C66D-F9B1-63FC-0E0B-DB570E0C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490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2A1D7E-7721-1806-CF8C-337D20AD9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74D87C5-7938-B88A-D203-B7C85FA35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85D8836-5588-EB53-F9E5-30C40274B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0681B9C-4605-8A9B-C19B-36668932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13F3145-3759-161E-C0EA-BEC27D25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49CD9D4-2E5A-C278-A579-6FA57520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829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61A952-E37C-C42A-0380-18749FAB0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8AD01AD-161A-5651-44B2-42FBD4A05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CECDFC1-8D95-4756-1EDB-2E7183520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E267973-7DF4-E1ED-4C78-8DCF2089B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4546051-9A20-DC64-5DBF-BDC1DAEF9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F2ECC85-38CA-0060-00C7-4165A708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715ED71-EF07-D675-EBF4-E5FC8A67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BDEF238-6792-4D53-270D-771110FF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293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36A5D1-F5A0-96FC-789C-56816F13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01BA9A30-E9D2-CB0C-D917-91C9D3EC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E43DF97-D132-74D1-728A-3EEADE3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46C716E-4E71-9403-747D-7536A970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624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A8C16ED-31BE-3B83-F38C-E8047C664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211F441-2E16-262B-CD93-8F4BF096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C80F00B-3B36-F344-B385-54348E94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710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6EAE44-D29B-96D3-54F1-37927457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ED31D39-C910-4EAA-8668-90679E083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6F48CBE-12FB-391F-39D5-9F18CF058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D8013EA-B14A-F636-093F-1E7B374C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22F3D70-1FFC-15A1-5526-2BC7CA29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8CFD17C-12A0-E512-220D-BB0F18B0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885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125C16-C8EE-6DAE-8409-6FF29C82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E56C922-8C75-3F5D-A1A5-B71C10AA7B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F6E3E78-18D5-CA9C-F61D-F7E2F767C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8AD77FC-6AF2-DDC7-B350-E216C4C0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994C5F1-260A-4E4A-0829-536A451E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132A614-AC6C-FF39-94FC-239FE2E11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826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CF741E-BB97-5191-F998-D45D5026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502AD0F-1290-0883-E98B-C9229CE8A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D94FEE9-B310-FCC4-E344-AC0A402E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EC94928-8902-F661-2E44-FD84C27C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B9447E4-AE80-FC39-0C16-765B2BBE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320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04C607E-8372-A0D9-2F58-9E23A7C00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4A30C5B-5832-FE77-1C11-05632494A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442F696-0058-D30F-2F67-FC8AD3DF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2877716-24D5-EED5-4172-BABC6E8C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2E94562-10DD-447F-D714-D1FB53FD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81558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2C17ACA-CC5C-173E-D86A-11E2CC0A7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87199DA-D11C-9922-7405-6D009CDDB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E26ADF-FC7D-60D7-6CBD-0B06C7F3F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608D7-E01C-475B-BBA1-EFB1C8173194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1A27E92-7800-126D-2AA9-827111803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B371872-0812-9927-C0B2-F7755C74E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58D36-1331-49ED-8A6F-B2A2957F4A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095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17BD-F655-C2F7-6C37-C7691D7A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29754F12-D942-A49F-6394-F524F633B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6752" y="0"/>
            <a:ext cx="11580869" cy="6858000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FCD4347B-F438-317A-41D5-617BEDDD6979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A215E9A5-16BA-63F7-9F3B-4588A145B641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9A6F833B-0D7B-8E58-A5AB-8559D3C68FA2}"/>
              </a:ext>
            </a:extLst>
          </p:cNvPr>
          <p:cNvSpPr txBox="1">
            <a:spLocks/>
          </p:cNvSpPr>
          <p:nvPr/>
        </p:nvSpPr>
        <p:spPr>
          <a:xfrm>
            <a:off x="7723161" y="993539"/>
            <a:ext cx="3989414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גריד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BCD09-B0DD-E9D4-F2B8-A7356B166D7E}"/>
              </a:ext>
            </a:extLst>
          </p:cNvPr>
          <p:cNvSpPr txBox="1"/>
          <p:nvPr/>
        </p:nvSpPr>
        <p:spPr>
          <a:xfrm>
            <a:off x="7723161" y="2319102"/>
            <a:ext cx="3989414" cy="79060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dirty="0"/>
              <a:t>יצירת מעין "טבלה" שתסדר את האובייקטים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0" dirty="0"/>
              <a:t>צרו 4 </a:t>
            </a:r>
            <a:r>
              <a:rPr lang="he-IL" sz="1600" dirty="0"/>
              <a:t>כוכבים על המסך</a:t>
            </a:r>
            <a:endParaRPr lang="he-IL" sz="1600" b="0" dirty="0"/>
          </a:p>
        </p:txBody>
      </p:sp>
    </p:spTree>
    <p:extLst>
      <p:ext uri="{BB962C8B-B14F-4D97-AF65-F5344CB8AC3E}">
        <p14:creationId xmlns:p14="http://schemas.microsoft.com/office/powerpoint/2010/main" val="466192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1E7AB-FA37-AFE3-61CA-53E756FCE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Untitled Project">
            <a:hlinkClick r:id="" action="ppaction://media"/>
            <a:extLst>
              <a:ext uri="{FF2B5EF4-FFF2-40B4-BE49-F238E27FC236}">
                <a16:creationId xmlns:a16="http://schemas.microsoft.com/office/drawing/2014/main" id="{EA468A5A-6EE0-7E1F-D519-A5183549217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54877" y="0"/>
            <a:ext cx="8066088" cy="6858000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5D9BB998-B675-C173-765E-C429C06EEA42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F3C213FD-CE6F-E26C-FE3F-72B4712B0503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71762C53-6FF8-2203-683F-6D31F76D8059}"/>
              </a:ext>
            </a:extLst>
          </p:cNvPr>
          <p:cNvSpPr txBox="1">
            <a:spLocks/>
          </p:cNvSpPr>
          <p:nvPr/>
        </p:nvSpPr>
        <p:spPr>
          <a:xfrm>
            <a:off x="7723161" y="993539"/>
            <a:ext cx="3989414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גריד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A88E7-D211-32B6-CDFA-E69C26518D9F}"/>
              </a:ext>
            </a:extLst>
          </p:cNvPr>
          <p:cNvSpPr txBox="1"/>
          <p:nvPr/>
        </p:nvSpPr>
        <p:spPr>
          <a:xfrm>
            <a:off x="7723161" y="2319102"/>
            <a:ext cx="3989414" cy="79060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dirty="0"/>
              <a:t>נשמור את כל הכוכבים תחת אובייקט אב בשם </a:t>
            </a:r>
            <a:r>
              <a:rPr lang="en-US" sz="1600" dirty="0"/>
              <a:t>Grid</a:t>
            </a:r>
            <a:endParaRPr lang="he-IL" sz="1600" b="0" dirty="0"/>
          </a:p>
        </p:txBody>
      </p:sp>
    </p:spTree>
    <p:extLst>
      <p:ext uri="{BB962C8B-B14F-4D97-AF65-F5344CB8AC3E}">
        <p14:creationId xmlns:p14="http://schemas.microsoft.com/office/powerpoint/2010/main" val="4086532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F0141-C0C4-CDD7-DB10-BA78362D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ayout">
            <a:hlinkClick r:id="" action="ppaction://media"/>
            <a:extLst>
              <a:ext uri="{FF2B5EF4-FFF2-40B4-BE49-F238E27FC236}">
                <a16:creationId xmlns:a16="http://schemas.microsoft.com/office/drawing/2014/main" id="{52B2CEA4-521F-AD9E-AA10-358460E592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77019" y="0"/>
            <a:ext cx="8066088" cy="6858000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BDA5B852-97A1-738A-C3BF-B4145BA70311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965D2494-721B-5CC3-4C46-1959DE616056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8F2A7D7B-0816-87ED-29A0-645E47D69F07}"/>
              </a:ext>
            </a:extLst>
          </p:cNvPr>
          <p:cNvSpPr txBox="1">
            <a:spLocks/>
          </p:cNvSpPr>
          <p:nvPr/>
        </p:nvSpPr>
        <p:spPr>
          <a:xfrm>
            <a:off x="7723161" y="993539"/>
            <a:ext cx="3989414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גריד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01B31-44BA-86DA-92B2-ADA9BE86AC1B}"/>
              </a:ext>
            </a:extLst>
          </p:cNvPr>
          <p:cNvSpPr txBox="1"/>
          <p:nvPr/>
        </p:nvSpPr>
        <p:spPr>
          <a:xfrm>
            <a:off x="7723161" y="2319102"/>
            <a:ext cx="3989414" cy="15292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dirty="0"/>
              <a:t>באינספקטור של הכוכבים נלחץ על הוספת </a:t>
            </a:r>
            <a:r>
              <a:rPr lang="he-IL" sz="1600" dirty="0" err="1"/>
              <a:t>קומפוננטה</a:t>
            </a:r>
            <a:endParaRPr lang="he-IL" sz="1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dirty="0"/>
              <a:t>נבחר </a:t>
            </a:r>
            <a:r>
              <a:rPr lang="en-US" sz="1600" b="1" dirty="0"/>
              <a:t>Layout Element</a:t>
            </a:r>
            <a:endParaRPr lang="he-IL" sz="1600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1" dirty="0"/>
              <a:t>נוסיף את </a:t>
            </a:r>
            <a:r>
              <a:rPr lang="he-IL" sz="1600" b="1" dirty="0" err="1"/>
              <a:t>הקומפוננטה</a:t>
            </a:r>
            <a:r>
              <a:rPr lang="he-IL" sz="1600" b="1" dirty="0"/>
              <a:t> לכל כוכב</a:t>
            </a:r>
          </a:p>
        </p:txBody>
      </p:sp>
    </p:spTree>
    <p:extLst>
      <p:ext uri="{BB962C8B-B14F-4D97-AF65-F5344CB8AC3E}">
        <p14:creationId xmlns:p14="http://schemas.microsoft.com/office/powerpoint/2010/main" val="604689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AAC65-0AE4-2396-DB3C-DF5997ECF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id">
            <a:hlinkClick r:id="" action="ppaction://media"/>
            <a:extLst>
              <a:ext uri="{FF2B5EF4-FFF2-40B4-BE49-F238E27FC236}">
                <a16:creationId xmlns:a16="http://schemas.microsoft.com/office/drawing/2014/main" id="{E2610EC8-B259-5D36-0F51-3325DBD7F8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342927" y="0"/>
            <a:ext cx="8066088" cy="6858000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29D45277-CE02-6267-2787-4F2D32E77354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5964CD99-DE1E-4C6B-D532-053D2A3EDF59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8F2D1251-F537-342C-9DFB-9EEADFC3BE06}"/>
              </a:ext>
            </a:extLst>
          </p:cNvPr>
          <p:cNvSpPr txBox="1">
            <a:spLocks/>
          </p:cNvSpPr>
          <p:nvPr/>
        </p:nvSpPr>
        <p:spPr>
          <a:xfrm>
            <a:off x="7723161" y="993539"/>
            <a:ext cx="3989414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גריד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731C60-C48C-443E-AB16-06CA06C2EB71}"/>
              </a:ext>
            </a:extLst>
          </p:cNvPr>
          <p:cNvSpPr txBox="1"/>
          <p:nvPr/>
        </p:nvSpPr>
        <p:spPr>
          <a:xfrm>
            <a:off x="7723161" y="2319102"/>
            <a:ext cx="3989414" cy="15292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dirty="0"/>
              <a:t>באינספקטור של הגריד נלחץ על הוספת </a:t>
            </a:r>
            <a:r>
              <a:rPr lang="he-IL" sz="1600" dirty="0" err="1"/>
              <a:t>קומפוננטה</a:t>
            </a:r>
            <a:endParaRPr lang="he-IL" sz="1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0" dirty="0"/>
              <a:t>נוסיף </a:t>
            </a:r>
            <a:r>
              <a:rPr lang="en-US" sz="1600" b="1" dirty="0"/>
              <a:t>Grid Layout Group</a:t>
            </a:r>
            <a:endParaRPr lang="he-IL" sz="1600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1" dirty="0"/>
              <a:t>שחקו עם הערכים ושנו אותם</a:t>
            </a:r>
          </a:p>
        </p:txBody>
      </p:sp>
    </p:spTree>
    <p:extLst>
      <p:ext uri="{BB962C8B-B14F-4D97-AF65-F5344CB8AC3E}">
        <p14:creationId xmlns:p14="http://schemas.microsoft.com/office/powerpoint/2010/main" val="287417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מסך רחב</PresentationFormat>
  <Paragraphs>13</Paragraphs>
  <Slides>4</Slides>
  <Notes>0</Notes>
  <HiddenSlides>0</HiddenSlides>
  <MMClips>3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Aluma Appel</dc:creator>
  <cp:lastModifiedBy>Aluma Appel</cp:lastModifiedBy>
  <cp:revision>1</cp:revision>
  <dcterms:created xsi:type="dcterms:W3CDTF">2025-04-05T15:18:04Z</dcterms:created>
  <dcterms:modified xsi:type="dcterms:W3CDTF">2025-04-05T15:18:24Z</dcterms:modified>
</cp:coreProperties>
</file>