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602" r:id="rId2"/>
    <p:sldId id="720" r:id="rId3"/>
    <p:sldId id="721" r:id="rId4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00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0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uma Appel" userId="ab7f25af-62f5-4ac8-b2fe-507cbc0b02d2" providerId="ADAL" clId="{001A6FCA-1341-40D2-9D7D-F7EA9B9A456A}"/>
    <pc:docChg chg="delSld">
      <pc:chgData name="Aluma Appel" userId="ab7f25af-62f5-4ac8-b2fe-507cbc0b02d2" providerId="ADAL" clId="{001A6FCA-1341-40D2-9D7D-F7EA9B9A456A}" dt="2025-04-05T15:02:33.089" v="1" actId="47"/>
      <pc:docMkLst>
        <pc:docMk/>
      </pc:docMkLst>
      <pc:sldChg chg="del">
        <pc:chgData name="Aluma Appel" userId="ab7f25af-62f5-4ac8-b2fe-507cbc0b02d2" providerId="ADAL" clId="{001A6FCA-1341-40D2-9D7D-F7EA9B9A456A}" dt="2025-04-05T15:02:27.417" v="0" actId="47"/>
        <pc:sldMkLst>
          <pc:docMk/>
          <pc:sldMk cId="2196882630" sldId="256"/>
        </pc:sldMkLst>
      </pc:sldChg>
      <pc:sldChg chg="del">
        <pc:chgData name="Aluma Appel" userId="ab7f25af-62f5-4ac8-b2fe-507cbc0b02d2" providerId="ADAL" clId="{001A6FCA-1341-40D2-9D7D-F7EA9B9A456A}" dt="2025-04-05T15:02:33.089" v="1" actId="47"/>
        <pc:sldMkLst>
          <pc:docMk/>
          <pc:sldMk cId="3711267730" sldId="68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9A997DC-DFB3-4EFA-4F91-98D2DFD221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6E8E68C8-9592-2914-A3D8-207E9D05B9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0F36E4A-66AD-0EF2-D530-BFF74B1E9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EA191-D621-4ED1-9B09-9CA036D86217}" type="datetimeFigureOut">
              <a:rPr lang="he-IL" smtClean="0"/>
              <a:t>ז'/ניסן/תשפ"ה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307C83B-4402-0071-8CEC-4806E6EE0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26A0191-76BE-82CF-9BED-77045800F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E2A09-5427-410A-AF52-FCFD7DE996B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45006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73A86C3-9518-1EE5-DCF7-4F0D37C12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1A60F5A-05BC-9128-E2E9-98FB1873D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DCFB7FA-02CA-8059-B447-6D4A0794D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EA191-D621-4ED1-9B09-9CA036D86217}" type="datetimeFigureOut">
              <a:rPr lang="he-IL" smtClean="0"/>
              <a:t>ז'/ניסן/תשפ"ה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D2A053D-A25A-DC72-D377-1FA8261F6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DCC551D-E75D-A40B-FF83-2BD0D3F2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E2A09-5427-410A-AF52-FCFD7DE996B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9950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1B2C47A-5F06-AA70-7A8F-B4400E224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868915A-2858-A6F4-CF47-2BF06528AF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CBDB16E-B0E4-EF68-7EAB-4497FC187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EA191-D621-4ED1-9B09-9CA036D86217}" type="datetimeFigureOut">
              <a:rPr lang="he-IL" smtClean="0"/>
              <a:t>ז'/ניסן/תשפ"ה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C33BA52-2599-DEB9-CDBE-F8401CFD6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B5AFC18-0603-230C-D1AF-B42A8D596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E2A09-5427-410A-AF52-FCFD7DE996B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01841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B2FB803-F2AE-709C-AA4F-BC798FCEF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2073CB8-E0C3-3048-E9F3-B9CB21D5A8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7CDE7CBB-B267-58AF-A504-8024899A41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484668FE-4997-4855-7290-6A714A1C2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EA191-D621-4ED1-9B09-9CA036D86217}" type="datetimeFigureOut">
              <a:rPr lang="he-IL" smtClean="0"/>
              <a:t>ז'/ניסן/תשפ"ה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D7529DF0-CF32-3EDA-1BEF-6E0F89A62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A54E51CA-F091-1A07-DD06-70ADA0E38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E2A09-5427-410A-AF52-FCFD7DE996B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50872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4AAE8AC-C9DF-8378-5E05-61252559B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5DEA4600-FF68-CE3A-FBE9-21A6439D59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FA9DE65F-A528-E1AE-452C-62C1C468D9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C66F064F-EDEA-F84A-76E6-A9C668871D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2EABEFD2-C1B7-2D10-20A0-2ED42C87E7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E641081A-1D31-F9F5-18AD-C50EA38F9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EA191-D621-4ED1-9B09-9CA036D86217}" type="datetimeFigureOut">
              <a:rPr lang="he-IL" smtClean="0"/>
              <a:t>ז'/ניסן/תשפ"ה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43B08575-B25E-C81D-FB9D-B97011959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F366FB05-7605-40A1-04A7-F5DDBF861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E2A09-5427-410A-AF52-FCFD7DE996B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82796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BED27BF-0E45-62B8-3842-79655F2C5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F2010904-A58F-0E72-884D-439007CDE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EA191-D621-4ED1-9B09-9CA036D86217}" type="datetimeFigureOut">
              <a:rPr lang="he-IL" smtClean="0"/>
              <a:t>ז'/ניסן/תשפ"ה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58371D94-44AD-BAED-9C92-7287B1640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59634F92-2B58-8488-6C8F-B4D0490A4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E2A09-5427-410A-AF52-FCFD7DE996B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05064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0B981A55-686F-CF90-0639-ECF6BFF6C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EA191-D621-4ED1-9B09-9CA036D86217}" type="datetimeFigureOut">
              <a:rPr lang="he-IL" smtClean="0"/>
              <a:t>ז'/ניסן/תשפ"ה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F34B00E6-23F8-2F4A-72BB-7DC3BEBF7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D24F3AE9-F795-74D0-C45B-E477053B4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E2A09-5427-410A-AF52-FCFD7DE996B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7807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6276618-8317-3E9D-2ECF-A662CD9BD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64E1A371-3EF2-0E9F-D59C-0FD539C60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81FBB779-B2E5-743F-3E7B-EFC55C1294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3CE100C8-BE3E-E9B0-884B-04483C442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EA191-D621-4ED1-9B09-9CA036D86217}" type="datetimeFigureOut">
              <a:rPr lang="he-IL" smtClean="0"/>
              <a:t>ז'/ניסן/תשפ"ה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F293B3F0-E39A-665E-61A2-C2A56D26B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153BC07C-D4AE-B933-71C9-E626B1769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E2A09-5427-410A-AF52-FCFD7DE996B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89144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85BB2CD-1322-F84C-197A-DDD745A61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9ECF165D-F9E4-1445-4F9F-01F996CD6C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E4B85259-0F2B-57DA-52A0-0AB9F7F13D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5EFB6F25-8860-E155-9BC0-78764A8F1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EA191-D621-4ED1-9B09-9CA036D86217}" type="datetimeFigureOut">
              <a:rPr lang="he-IL" smtClean="0"/>
              <a:t>ז'/ניסן/תשפ"ה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08B2ED04-9D3B-8665-D5A1-A2E84E0A4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9BBF5F4E-FFD1-BF9F-190F-3BC395060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E2A09-5427-410A-AF52-FCFD7DE996B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4170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7068E69-CAE5-8CF1-62E4-E31A90CE7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8A8C87E3-C10D-B30C-2718-A8BCE11726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AE3C877-0A2C-A199-4A17-C55A7FEC5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EA191-D621-4ED1-9B09-9CA036D86217}" type="datetimeFigureOut">
              <a:rPr lang="he-IL" smtClean="0"/>
              <a:t>ז'/ניסן/תשפ"ה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EA48BD4-142F-5F3F-B522-F1B4A0DC1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395E789-CCEE-5B3F-0A7A-C20CB1F02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E2A09-5427-410A-AF52-FCFD7DE996B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38814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7FB7FE69-6973-FAE8-60B9-BD0871F8DA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7D711E1F-B6A7-DC59-B854-C7EC3FC2EA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2BE1F3F-6755-D446-664A-4D2D048D8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EA191-D621-4ED1-9B09-9CA036D86217}" type="datetimeFigureOut">
              <a:rPr lang="he-IL" smtClean="0"/>
              <a:t>ז'/ניסן/תשפ"ה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7344DAE-36E7-B3C2-B5D2-4CC269B32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C61009E6-0AA0-DD1E-EF19-419BE324D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E2A09-5427-410A-AF52-FCFD7DE996B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82582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AE0F23CF-EDBE-7D12-B6E5-500CC0CBE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BE1BC25C-88D6-93F3-D531-A68EF943E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96BB570-1C64-45B7-8396-A7A12DB900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FEA191-D621-4ED1-9B09-9CA036D86217}" type="datetimeFigureOut">
              <a:rPr lang="he-IL" smtClean="0"/>
              <a:t>ז'/ניסן/תשפ"ה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040B8D3-1EDE-B889-D558-1455089577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B93F475-B252-5E23-D272-7B26C1163B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8E2A09-5427-410A-AF52-FCFD7DE996B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28583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7A7124E-DDBD-A793-D71C-CC3631D9AF0B}"/>
              </a:ext>
            </a:extLst>
          </p:cNvPr>
          <p:cNvSpPr txBox="1">
            <a:spLocks/>
          </p:cNvSpPr>
          <p:nvPr/>
        </p:nvSpPr>
        <p:spPr>
          <a:xfrm>
            <a:off x="260655" y="365125"/>
            <a:ext cx="11670691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Rubik Black" pitchFamily="2" charset="-79"/>
                <a:ea typeface="+mj-ea"/>
                <a:cs typeface="Rubik Black" pitchFamily="2" charset="-79"/>
              </a:defRPr>
            </a:lvl1pPr>
          </a:lstStyle>
          <a:p>
            <a:pPr algn="ctr"/>
            <a:r>
              <a:rPr lang="he-IL">
                <a:ln>
                  <a:solidFill>
                    <a:sysClr val="windowText" lastClr="000000"/>
                  </a:solidFill>
                </a:ln>
                <a:solidFill>
                  <a:schemeClr val="accent1"/>
                </a:solidFill>
              </a:rPr>
              <a:t>מצלמה</a:t>
            </a:r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45F90D1D-1696-6874-D588-CB5437383311}"/>
              </a:ext>
            </a:extLst>
          </p:cNvPr>
          <p:cNvSpPr txBox="1"/>
          <p:nvPr/>
        </p:nvSpPr>
        <p:spPr>
          <a:xfrm>
            <a:off x="1784928" y="2445718"/>
            <a:ext cx="4412672" cy="196656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>
              <a:lnSpc>
                <a:spcPct val="114000"/>
              </a:lnSpc>
              <a:buClr>
                <a:schemeClr val="accent4"/>
              </a:buClr>
              <a:buFont typeface="Rubik" pitchFamily="2" charset="-79"/>
              <a:buChar char="‹"/>
            </a:pPr>
            <a:r>
              <a:rPr lang="he-IL" dirty="0"/>
              <a:t>מאפשרת שליטה בפריים </a:t>
            </a:r>
          </a:p>
          <a:p>
            <a:pPr marL="342900" indent="-342900">
              <a:lnSpc>
                <a:spcPct val="114000"/>
              </a:lnSpc>
              <a:buClr>
                <a:schemeClr val="accent4"/>
              </a:buClr>
              <a:buFont typeface="Rubik" pitchFamily="2" charset="-79"/>
              <a:buChar char="‹"/>
            </a:pPr>
            <a:r>
              <a:rPr lang="he-IL" dirty="0"/>
              <a:t>כמו מצלמה בחיים האמיתיים – מה שמצולם זה מה שרואים</a:t>
            </a:r>
          </a:p>
          <a:p>
            <a:pPr marL="342900" indent="-342900">
              <a:lnSpc>
                <a:spcPct val="114000"/>
              </a:lnSpc>
              <a:buClr>
                <a:schemeClr val="accent4"/>
              </a:buClr>
              <a:buFont typeface="Rubik" pitchFamily="2" charset="-79"/>
              <a:buChar char="‹"/>
            </a:pPr>
            <a:r>
              <a:rPr lang="he-IL" dirty="0"/>
              <a:t>שימו לב לתזמונים על מנת למנוע סחרחורת</a:t>
            </a:r>
          </a:p>
          <a:p>
            <a:pPr marL="342900" indent="-342900">
              <a:lnSpc>
                <a:spcPct val="114000"/>
              </a:lnSpc>
              <a:buClr>
                <a:schemeClr val="accent4"/>
              </a:buClr>
              <a:buFont typeface="Rubik" pitchFamily="2" charset="-79"/>
              <a:buChar char="‹"/>
            </a:pPr>
            <a:r>
              <a:rPr lang="he-IL" dirty="0"/>
              <a:t>אנימציה למצלמה ניצור </a:t>
            </a:r>
            <a:r>
              <a:rPr lang="he-IL" b="1" dirty="0" err="1"/>
              <a:t>בטיימליין</a:t>
            </a:r>
            <a:r>
              <a:rPr lang="he-IL" b="1" dirty="0"/>
              <a:t> הראשי</a:t>
            </a:r>
          </a:p>
          <a:p>
            <a:pPr marL="342900" indent="-342900">
              <a:lnSpc>
                <a:spcPct val="114000"/>
              </a:lnSpc>
              <a:buClr>
                <a:schemeClr val="accent4"/>
              </a:buClr>
              <a:buFont typeface="Rubik" pitchFamily="2" charset="-79"/>
              <a:buChar char="‹"/>
            </a:pPr>
            <a:r>
              <a:rPr lang="he-IL" b="1" dirty="0"/>
              <a:t>שבוע הבא נדבר על ריבוי </a:t>
            </a:r>
            <a:r>
              <a:rPr lang="he-IL" b="1" dirty="0" err="1"/>
              <a:t>הטיימליינים</a:t>
            </a:r>
            <a:endParaRPr lang="he-IL" b="1" dirty="0"/>
          </a:p>
        </p:txBody>
      </p:sp>
      <p:pic>
        <p:nvPicPr>
          <p:cNvPr id="6" name="Graphic 5" descr="Video camera with solid fill">
            <a:extLst>
              <a:ext uri="{FF2B5EF4-FFF2-40B4-BE49-F238E27FC236}">
                <a16:creationId xmlns:a16="http://schemas.microsoft.com/office/drawing/2014/main" id="{99E3DD59-588C-7B31-27E1-A60D6D151C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14586" y="1928258"/>
            <a:ext cx="3001485" cy="3001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4086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FCE70-98D5-3605-C749-FFD1EF909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כותרת 1">
            <a:extLst>
              <a:ext uri="{FF2B5EF4-FFF2-40B4-BE49-F238E27FC236}">
                <a16:creationId xmlns:a16="http://schemas.microsoft.com/office/drawing/2014/main" id="{B07B9D98-C6F1-8A99-7124-BBA584224EB6}"/>
              </a:ext>
            </a:extLst>
          </p:cNvPr>
          <p:cNvSpPr txBox="1">
            <a:spLocks/>
          </p:cNvSpPr>
          <p:nvPr/>
        </p:nvSpPr>
        <p:spPr>
          <a:xfrm>
            <a:off x="7289800" y="993539"/>
            <a:ext cx="4886135" cy="1325563"/>
          </a:xfrm>
          <a:prstGeom prst="rect">
            <a:avLst/>
          </a:prstGeom>
          <a:noFill/>
        </p:spPr>
        <p:txBody>
          <a:bodyPr vert="horz" lIns="91440" tIns="45720" rIns="91440" bIns="45720" rtlCol="1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Rubik Black" pitchFamily="2" charset="-79"/>
                <a:ea typeface="+mj-ea"/>
                <a:cs typeface="Rubik Black" pitchFamily="2" charset="-79"/>
              </a:defRPr>
            </a:lvl1pPr>
          </a:lstStyle>
          <a:p>
            <a:endParaRPr lang="en-US" sz="400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" name="מלבן 23">
            <a:extLst>
              <a:ext uri="{FF2B5EF4-FFF2-40B4-BE49-F238E27FC236}">
                <a16:creationId xmlns:a16="http://schemas.microsoft.com/office/drawing/2014/main" id="{70D8A337-4546-5362-AFDC-4F29F9E5E411}"/>
              </a:ext>
            </a:extLst>
          </p:cNvPr>
          <p:cNvSpPr/>
          <p:nvPr/>
        </p:nvSpPr>
        <p:spPr>
          <a:xfrm>
            <a:off x="7467600" y="-284202"/>
            <a:ext cx="7373510" cy="7426404"/>
          </a:xfrm>
          <a:custGeom>
            <a:avLst/>
            <a:gdLst>
              <a:gd name="connsiteX0" fmla="*/ 0 w 7373510"/>
              <a:gd name="connsiteY0" fmla="*/ 0 h 7426404"/>
              <a:gd name="connsiteX1" fmla="*/ 7373510 w 7373510"/>
              <a:gd name="connsiteY1" fmla="*/ 0 h 7426404"/>
              <a:gd name="connsiteX2" fmla="*/ 7373510 w 7373510"/>
              <a:gd name="connsiteY2" fmla="*/ 7426404 h 7426404"/>
              <a:gd name="connsiteX3" fmla="*/ 0 w 7373510"/>
              <a:gd name="connsiteY3" fmla="*/ 7426404 h 7426404"/>
              <a:gd name="connsiteX4" fmla="*/ 0 w 7373510"/>
              <a:gd name="connsiteY4" fmla="*/ 0 h 7426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73510" h="7426404" fill="none" extrusionOk="0">
                <a:moveTo>
                  <a:pt x="0" y="0"/>
                </a:moveTo>
                <a:cubicBezTo>
                  <a:pt x="2651057" y="104947"/>
                  <a:pt x="5477389" y="-109486"/>
                  <a:pt x="7373510" y="0"/>
                </a:cubicBezTo>
                <a:cubicBezTo>
                  <a:pt x="7445210" y="2445681"/>
                  <a:pt x="7339355" y="5003419"/>
                  <a:pt x="7373510" y="7426404"/>
                </a:cubicBezTo>
                <a:cubicBezTo>
                  <a:pt x="4446148" y="7579509"/>
                  <a:pt x="1402146" y="7522807"/>
                  <a:pt x="0" y="7426404"/>
                </a:cubicBezTo>
                <a:cubicBezTo>
                  <a:pt x="81460" y="5800353"/>
                  <a:pt x="-68708" y="1913191"/>
                  <a:pt x="0" y="0"/>
                </a:cubicBezTo>
                <a:close/>
              </a:path>
              <a:path w="7373510" h="7426404" stroke="0" extrusionOk="0">
                <a:moveTo>
                  <a:pt x="0" y="0"/>
                </a:moveTo>
                <a:cubicBezTo>
                  <a:pt x="3277849" y="134038"/>
                  <a:pt x="4358334" y="-132208"/>
                  <a:pt x="7373510" y="0"/>
                </a:cubicBezTo>
                <a:cubicBezTo>
                  <a:pt x="7321581" y="3580971"/>
                  <a:pt x="7540667" y="4547406"/>
                  <a:pt x="7373510" y="7426404"/>
                </a:cubicBezTo>
                <a:cubicBezTo>
                  <a:pt x="5778259" y="7480276"/>
                  <a:pt x="3309177" y="7466994"/>
                  <a:pt x="0" y="7426404"/>
                </a:cubicBezTo>
                <a:cubicBezTo>
                  <a:pt x="55761" y="6271536"/>
                  <a:pt x="123027" y="3127493"/>
                  <a:pt x="0" y="0"/>
                </a:cubicBezTo>
                <a:close/>
              </a:path>
            </a:pathLst>
          </a:custGeom>
          <a:solidFill>
            <a:srgbClr val="F8C932"/>
          </a:solidFill>
          <a:ln>
            <a:solidFill>
              <a:srgbClr val="000000">
                <a:alpha val="0"/>
              </a:srgbClr>
            </a:solidFill>
            <a:extLst>
              <a:ext uri="{C807C97D-BFC1-408E-A445-0C87EB9F89A2}">
                <ask:lineSketchStyleProps xmlns:ask="http://schemas.microsoft.com/office/drawing/2018/sketchyshapes" sd="2907785171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כותרת 1">
            <a:extLst>
              <a:ext uri="{FF2B5EF4-FFF2-40B4-BE49-F238E27FC236}">
                <a16:creationId xmlns:a16="http://schemas.microsoft.com/office/drawing/2014/main" id="{4DBA4069-6F66-7483-3B3F-906B3A98C75D}"/>
              </a:ext>
            </a:extLst>
          </p:cNvPr>
          <p:cNvSpPr txBox="1">
            <a:spLocks/>
          </p:cNvSpPr>
          <p:nvPr/>
        </p:nvSpPr>
        <p:spPr>
          <a:xfrm>
            <a:off x="7467599" y="993539"/>
            <a:ext cx="4460876" cy="1325563"/>
          </a:xfrm>
          <a:prstGeom prst="rect">
            <a:avLst/>
          </a:prstGeom>
          <a:noFill/>
        </p:spPr>
        <p:txBody>
          <a:bodyPr vert="horz" lIns="91440" tIns="45720" rIns="91440" bIns="45720" rtlCol="1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Rubik Black" pitchFamily="2" charset="-79"/>
                <a:ea typeface="+mj-ea"/>
                <a:cs typeface="Rubik Black" pitchFamily="2" charset="-79"/>
              </a:defRPr>
            </a:lvl1pPr>
          </a:lstStyle>
          <a:p>
            <a:r>
              <a:rPr lang="he-IL" sz="400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אנימציה למצלמה</a:t>
            </a:r>
            <a:endParaRPr lang="en-US" sz="400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118CFF-C5CA-C466-580F-7B6188463416}"/>
              </a:ext>
            </a:extLst>
          </p:cNvPr>
          <p:cNvSpPr txBox="1"/>
          <p:nvPr/>
        </p:nvSpPr>
        <p:spPr>
          <a:xfrm>
            <a:off x="7723161" y="2319102"/>
            <a:ext cx="4205314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rtl="1"/>
            <a:r>
              <a:rPr lang="he-IL" sz="1600"/>
              <a:t>נוסיף רצועת אנימציה למצלמה</a:t>
            </a:r>
          </a:p>
          <a:p>
            <a:pPr rtl="1"/>
            <a:r>
              <a:rPr lang="he-IL" sz="1600"/>
              <a:t>נגרור את המצלמה הראשית לרצועה</a:t>
            </a:r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25088C58-B4B8-2644-ECE8-9FE24340E7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687" y="2133513"/>
            <a:ext cx="6968152" cy="25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8643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12323-7BDD-E6E2-538D-CA7102E05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nimateCamera">
            <a:hlinkClick r:id="" action="ppaction://media"/>
            <a:extLst>
              <a:ext uri="{FF2B5EF4-FFF2-40B4-BE49-F238E27FC236}">
                <a16:creationId xmlns:a16="http://schemas.microsoft.com/office/drawing/2014/main" id="{09928C91-5934-3C6B-9855-C1778C7440D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7600950" cy="6858000"/>
          </a:xfrm>
          <a:prstGeom prst="rect">
            <a:avLst/>
          </a:prstGeom>
        </p:spPr>
      </p:pic>
      <p:sp>
        <p:nvSpPr>
          <p:cNvPr id="8" name="כותרת 1">
            <a:extLst>
              <a:ext uri="{FF2B5EF4-FFF2-40B4-BE49-F238E27FC236}">
                <a16:creationId xmlns:a16="http://schemas.microsoft.com/office/drawing/2014/main" id="{182D951B-2218-00E6-109A-36071B13D11C}"/>
              </a:ext>
            </a:extLst>
          </p:cNvPr>
          <p:cNvSpPr txBox="1">
            <a:spLocks/>
          </p:cNvSpPr>
          <p:nvPr/>
        </p:nvSpPr>
        <p:spPr>
          <a:xfrm>
            <a:off x="7289800" y="993539"/>
            <a:ext cx="4886135" cy="1325563"/>
          </a:xfrm>
          <a:prstGeom prst="rect">
            <a:avLst/>
          </a:prstGeom>
          <a:noFill/>
        </p:spPr>
        <p:txBody>
          <a:bodyPr vert="horz" lIns="91440" tIns="45720" rIns="91440" bIns="45720" rtlCol="1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Rubik Black" pitchFamily="2" charset="-79"/>
                <a:ea typeface="+mj-ea"/>
                <a:cs typeface="Rubik Black" pitchFamily="2" charset="-79"/>
              </a:defRPr>
            </a:lvl1pPr>
          </a:lstStyle>
          <a:p>
            <a:endParaRPr lang="en-US" sz="400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" name="מלבן 23">
            <a:extLst>
              <a:ext uri="{FF2B5EF4-FFF2-40B4-BE49-F238E27FC236}">
                <a16:creationId xmlns:a16="http://schemas.microsoft.com/office/drawing/2014/main" id="{A5DD4D6B-53E5-17F3-A0E3-4A4593041AD5}"/>
              </a:ext>
            </a:extLst>
          </p:cNvPr>
          <p:cNvSpPr/>
          <p:nvPr/>
        </p:nvSpPr>
        <p:spPr>
          <a:xfrm>
            <a:off x="7467600" y="-284202"/>
            <a:ext cx="7373510" cy="7426404"/>
          </a:xfrm>
          <a:custGeom>
            <a:avLst/>
            <a:gdLst>
              <a:gd name="connsiteX0" fmla="*/ 0 w 7373510"/>
              <a:gd name="connsiteY0" fmla="*/ 0 h 7426404"/>
              <a:gd name="connsiteX1" fmla="*/ 7373510 w 7373510"/>
              <a:gd name="connsiteY1" fmla="*/ 0 h 7426404"/>
              <a:gd name="connsiteX2" fmla="*/ 7373510 w 7373510"/>
              <a:gd name="connsiteY2" fmla="*/ 7426404 h 7426404"/>
              <a:gd name="connsiteX3" fmla="*/ 0 w 7373510"/>
              <a:gd name="connsiteY3" fmla="*/ 7426404 h 7426404"/>
              <a:gd name="connsiteX4" fmla="*/ 0 w 7373510"/>
              <a:gd name="connsiteY4" fmla="*/ 0 h 7426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73510" h="7426404" fill="none" extrusionOk="0">
                <a:moveTo>
                  <a:pt x="0" y="0"/>
                </a:moveTo>
                <a:cubicBezTo>
                  <a:pt x="2651057" y="104947"/>
                  <a:pt x="5477389" y="-109486"/>
                  <a:pt x="7373510" y="0"/>
                </a:cubicBezTo>
                <a:cubicBezTo>
                  <a:pt x="7445210" y="2445681"/>
                  <a:pt x="7339355" y="5003419"/>
                  <a:pt x="7373510" y="7426404"/>
                </a:cubicBezTo>
                <a:cubicBezTo>
                  <a:pt x="4446148" y="7579509"/>
                  <a:pt x="1402146" y="7522807"/>
                  <a:pt x="0" y="7426404"/>
                </a:cubicBezTo>
                <a:cubicBezTo>
                  <a:pt x="81460" y="5800353"/>
                  <a:pt x="-68708" y="1913191"/>
                  <a:pt x="0" y="0"/>
                </a:cubicBezTo>
                <a:close/>
              </a:path>
              <a:path w="7373510" h="7426404" stroke="0" extrusionOk="0">
                <a:moveTo>
                  <a:pt x="0" y="0"/>
                </a:moveTo>
                <a:cubicBezTo>
                  <a:pt x="3277849" y="134038"/>
                  <a:pt x="4358334" y="-132208"/>
                  <a:pt x="7373510" y="0"/>
                </a:cubicBezTo>
                <a:cubicBezTo>
                  <a:pt x="7321581" y="3580971"/>
                  <a:pt x="7540667" y="4547406"/>
                  <a:pt x="7373510" y="7426404"/>
                </a:cubicBezTo>
                <a:cubicBezTo>
                  <a:pt x="5778259" y="7480276"/>
                  <a:pt x="3309177" y="7466994"/>
                  <a:pt x="0" y="7426404"/>
                </a:cubicBezTo>
                <a:cubicBezTo>
                  <a:pt x="55761" y="6271536"/>
                  <a:pt x="123027" y="3127493"/>
                  <a:pt x="0" y="0"/>
                </a:cubicBezTo>
                <a:close/>
              </a:path>
            </a:pathLst>
          </a:custGeom>
          <a:solidFill>
            <a:srgbClr val="F8C932"/>
          </a:solidFill>
          <a:ln>
            <a:solidFill>
              <a:srgbClr val="000000">
                <a:alpha val="0"/>
              </a:srgbClr>
            </a:solidFill>
            <a:extLst>
              <a:ext uri="{C807C97D-BFC1-408E-A445-0C87EB9F89A2}">
                <ask:lineSketchStyleProps xmlns:ask="http://schemas.microsoft.com/office/drawing/2018/sketchyshapes" sd="2907785171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כותרת 1">
            <a:extLst>
              <a:ext uri="{FF2B5EF4-FFF2-40B4-BE49-F238E27FC236}">
                <a16:creationId xmlns:a16="http://schemas.microsoft.com/office/drawing/2014/main" id="{C153584B-3D52-EA25-34BA-380DA96FDE1E}"/>
              </a:ext>
            </a:extLst>
          </p:cNvPr>
          <p:cNvSpPr txBox="1">
            <a:spLocks/>
          </p:cNvSpPr>
          <p:nvPr/>
        </p:nvSpPr>
        <p:spPr>
          <a:xfrm>
            <a:off x="7467599" y="993539"/>
            <a:ext cx="4460876" cy="1325563"/>
          </a:xfrm>
          <a:prstGeom prst="rect">
            <a:avLst/>
          </a:prstGeom>
          <a:noFill/>
        </p:spPr>
        <p:txBody>
          <a:bodyPr vert="horz" lIns="91440" tIns="45720" rIns="91440" bIns="45720" rtlCol="1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Rubik Black" pitchFamily="2" charset="-79"/>
                <a:ea typeface="+mj-ea"/>
                <a:cs typeface="Rubik Black" pitchFamily="2" charset="-79"/>
              </a:defRPr>
            </a:lvl1pPr>
          </a:lstStyle>
          <a:p>
            <a:r>
              <a:rPr lang="he-IL" sz="400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אנימציה למצלמה</a:t>
            </a:r>
            <a:endParaRPr lang="en-US" sz="400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FAFA2D-AC8A-B09D-8E60-50997DBE01BB}"/>
              </a:ext>
            </a:extLst>
          </p:cNvPr>
          <p:cNvSpPr txBox="1"/>
          <p:nvPr/>
        </p:nvSpPr>
        <p:spPr>
          <a:xfrm>
            <a:off x="7723161" y="2319102"/>
            <a:ext cx="4205314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rtl="1"/>
            <a:r>
              <a:rPr lang="he-IL" sz="1600"/>
              <a:t>ניצור אנימציה </a:t>
            </a:r>
          </a:p>
        </p:txBody>
      </p:sp>
    </p:spTree>
    <p:extLst>
      <p:ext uri="{BB962C8B-B14F-4D97-AF65-F5344CB8AC3E}">
        <p14:creationId xmlns:p14="http://schemas.microsoft.com/office/powerpoint/2010/main" val="6453190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53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</Words>
  <Application>Microsoft Office PowerPoint</Application>
  <PresentationFormat>מסך רחב</PresentationFormat>
  <Paragraphs>11</Paragraphs>
  <Slides>3</Slides>
  <Notes>0</Notes>
  <HiddenSlides>0</HiddenSlides>
  <MMClips>1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Rubik</vt:lpstr>
      <vt:lpstr>ערכת נושא Office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Aluma Appel</dc:creator>
  <cp:lastModifiedBy>Aluma Appel</cp:lastModifiedBy>
  <cp:revision>1</cp:revision>
  <dcterms:created xsi:type="dcterms:W3CDTF">2025-04-05T15:01:56Z</dcterms:created>
  <dcterms:modified xsi:type="dcterms:W3CDTF">2025-04-05T15:02:34Z</dcterms:modified>
</cp:coreProperties>
</file>